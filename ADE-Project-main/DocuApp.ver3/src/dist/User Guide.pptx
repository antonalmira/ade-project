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3"/>
  </p:notesMasterIdLst>
  <p:sldIdLst>
    <p:sldId id="256" r:id="rId2"/>
    <p:sldId id="257" r:id="rId3"/>
    <p:sldId id="258" r:id="rId4"/>
    <p:sldId id="275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F9E24C8C-93FA-C4E9-2234-DF77594C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9127B4CE-0907-2D60-29F4-2F2DD8F35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ADA1FD1C-9AE3-6599-782A-D350B3C17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76A0B8FF-9CCB-6EC6-FE53-C376AF133F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3719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4D90D37A-2AA0-97E1-E550-6F00194A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3140DB53-6055-8C6F-3E80-8BCE5C5797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50CB2E68-D780-EEE3-2F08-7BAC325C6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B6789B45-D2C6-43AC-137F-E5AFF94433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083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0DDA77B-F407-2251-3375-2E3667FC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FED9CB22-8879-A1FE-B03E-1D2978273D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FCC06139-6CE3-0DAC-C9A6-439B3FA28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BC89880A-964B-3F67-2BA1-549A9227A4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4528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5E7739F1-7556-7C51-220D-D4BE7E9F0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BC24E3B8-6E7E-96B8-57B5-2E2881F2F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661DF65A-8F64-40F7-4A28-94A54B1F6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58ADE340-F038-DDAA-E6C9-FC46646B86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832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EEDB6BE0-05B1-62CE-12E0-48788E662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6C0C7358-8CC1-3F11-C6B8-B100A2396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75C385E1-2F32-85B6-2DDA-7C7FD89DF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B62C82A6-ADFB-0B10-6208-95F24D73A7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30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85418A00-2CE1-78A1-2A1E-CD8D1A02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AF66D931-0CC2-B163-29C3-CBB8ABF60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0BA3DB20-51DE-180F-7FF5-1F64C79298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6134F0EB-22FC-A49D-567B-B6EF5A2273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10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0C5DD81B-995E-8ABD-DBFA-08934C6C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7B82A1A5-766A-6642-4E89-0F2C57080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8C262B74-F938-3975-4652-C75CAFDBE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14126315-63F6-8AE7-CE06-EB281F67AA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3412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2CE37162-F865-F39F-D444-B96FF18C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4555bce2678cd76_0:notes">
            <a:extLst>
              <a:ext uri="{FF2B5EF4-FFF2-40B4-BE49-F238E27FC236}">
                <a16:creationId xmlns:a16="http://schemas.microsoft.com/office/drawing/2014/main" id="{CEFE5732-11B4-B243-977B-730C651CE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64555bce2678cd76_0:notes">
            <a:extLst>
              <a:ext uri="{FF2B5EF4-FFF2-40B4-BE49-F238E27FC236}">
                <a16:creationId xmlns:a16="http://schemas.microsoft.com/office/drawing/2014/main" id="{A17E1A35-77D3-F0E5-5191-6B128C229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g64555bce2678cd76_0:notes">
            <a:extLst>
              <a:ext uri="{FF2B5EF4-FFF2-40B4-BE49-F238E27FC236}">
                <a16:creationId xmlns:a16="http://schemas.microsoft.com/office/drawing/2014/main" id="{5411B02F-6652-5B9B-7991-ECA521283E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4464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siness Segments Title Slide">
  <p:cSld name="Business Segments 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b="24190"/>
          <a:stretch/>
        </p:blipFill>
        <p:spPr>
          <a:xfrm>
            <a:off x="0" y="1555091"/>
            <a:ext cx="12192000" cy="2580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4716" y="535885"/>
            <a:ext cx="1987296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section Transition Slide">
  <p:cSld name="Subsection Transition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 descr="A screenshot of a computer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 l="37184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0" y="6797042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5625" y="6403860"/>
            <a:ext cx="300961" cy="30909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Calibri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11582400" cy="4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954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/>
            </a:lvl1pPr>
            <a:lvl2pPr marL="914400" lvl="1" indent="-381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/>
            </a:lvl2pPr>
            <a:lvl3pPr marL="1371600" lvl="2" indent="-36404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Char char="•"/>
              <a:defRPr sz="2133"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Title Slide">
  <p:cSld name="Main Title Slide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55091"/>
            <a:ext cx="12192000" cy="2585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4716" y="535885"/>
            <a:ext cx="1987296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ptional Title Slide - 1">
  <p:cSld name="Optional Title Slide - 1">
    <p:bg>
      <p:bgPr>
        <a:solidFill>
          <a:schemeClr val="lt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t="-1" b="6867"/>
          <a:stretch/>
        </p:blipFill>
        <p:spPr>
          <a:xfrm>
            <a:off x="0" y="1555091"/>
            <a:ext cx="12192000" cy="2585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4716" y="535885"/>
            <a:ext cx="1987296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ptional Title Slide - 2">
  <p:cSld name="Optional Title Slide - 2">
    <p:bg>
      <p:bgPr>
        <a:solidFill>
          <a:schemeClr val="l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7" descr="A picture containing sky, outdoor, water, pie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b="1321"/>
          <a:stretch/>
        </p:blipFill>
        <p:spPr>
          <a:xfrm>
            <a:off x="0" y="1556425"/>
            <a:ext cx="12192000" cy="25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4716" y="535885"/>
            <a:ext cx="1987296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-DC Title Slide">
  <p:cSld name="AC-DC Title Slide"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" descr="A picture containing text, indoor, table, desk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52533"/>
            <a:ext cx="12192000" cy="258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r="81865"/>
          <a:stretch/>
        </p:blipFill>
        <p:spPr>
          <a:xfrm>
            <a:off x="9457944" y="535885"/>
            <a:ext cx="360403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9774884" y="644290"/>
            <a:ext cx="1200581" cy="94437"/>
          </a:xfrm>
          <a:custGeom>
            <a:avLst/>
            <a:gdLst/>
            <a:ahLst/>
            <a:cxnLst/>
            <a:rect l="l" t="t" r="r" b="b"/>
            <a:pathLst>
              <a:path w="900436" h="70828" extrusionOk="0">
                <a:moveTo>
                  <a:pt x="119434" y="37615"/>
                </a:moveTo>
                <a:lnTo>
                  <a:pt x="145208" y="37615"/>
                </a:lnTo>
                <a:lnTo>
                  <a:pt x="145208" y="48511"/>
                </a:lnTo>
                <a:lnTo>
                  <a:pt x="119434" y="48511"/>
                </a:lnTo>
                <a:close/>
                <a:moveTo>
                  <a:pt x="176498" y="13726"/>
                </a:moveTo>
                <a:lnTo>
                  <a:pt x="176498" y="57103"/>
                </a:lnTo>
                <a:lnTo>
                  <a:pt x="179432" y="57103"/>
                </a:lnTo>
                <a:cubicBezTo>
                  <a:pt x="182365" y="57103"/>
                  <a:pt x="185020" y="56719"/>
                  <a:pt x="187394" y="55950"/>
                </a:cubicBezTo>
                <a:cubicBezTo>
                  <a:pt x="189769" y="55182"/>
                  <a:pt x="191795" y="53942"/>
                  <a:pt x="193471" y="52231"/>
                </a:cubicBezTo>
                <a:cubicBezTo>
                  <a:pt x="195148" y="50519"/>
                  <a:pt x="196457" y="48267"/>
                  <a:pt x="197400" y="45473"/>
                </a:cubicBezTo>
                <a:cubicBezTo>
                  <a:pt x="198343" y="42679"/>
                  <a:pt x="198815" y="39221"/>
                  <a:pt x="198815" y="35100"/>
                </a:cubicBezTo>
                <a:cubicBezTo>
                  <a:pt x="198815" y="31049"/>
                  <a:pt x="198343" y="27644"/>
                  <a:pt x="197400" y="24884"/>
                </a:cubicBezTo>
                <a:cubicBezTo>
                  <a:pt x="196457" y="22125"/>
                  <a:pt x="195148" y="19925"/>
                  <a:pt x="193471" y="18284"/>
                </a:cubicBezTo>
                <a:cubicBezTo>
                  <a:pt x="191795" y="16642"/>
                  <a:pt x="189769" y="15472"/>
                  <a:pt x="187394" y="14774"/>
                </a:cubicBezTo>
                <a:cubicBezTo>
                  <a:pt x="185020" y="14075"/>
                  <a:pt x="182365" y="13726"/>
                  <a:pt x="179432" y="13726"/>
                </a:cubicBezTo>
                <a:close/>
                <a:moveTo>
                  <a:pt x="633698" y="13516"/>
                </a:moveTo>
                <a:lnTo>
                  <a:pt x="633698" y="32690"/>
                </a:lnTo>
                <a:lnTo>
                  <a:pt x="641661" y="32690"/>
                </a:lnTo>
                <a:cubicBezTo>
                  <a:pt x="645712" y="32690"/>
                  <a:pt x="648803" y="31835"/>
                  <a:pt x="650933" y="30123"/>
                </a:cubicBezTo>
                <a:cubicBezTo>
                  <a:pt x="653064" y="28412"/>
                  <a:pt x="654129" y="25880"/>
                  <a:pt x="654129" y="22527"/>
                </a:cubicBezTo>
                <a:cubicBezTo>
                  <a:pt x="654129" y="19174"/>
                  <a:pt x="653064" y="16834"/>
                  <a:pt x="650933" y="15507"/>
                </a:cubicBezTo>
                <a:cubicBezTo>
                  <a:pt x="648803" y="14180"/>
                  <a:pt x="645712" y="13516"/>
                  <a:pt x="641661" y="13516"/>
                </a:cubicBezTo>
                <a:close/>
                <a:moveTo>
                  <a:pt x="798461" y="13307"/>
                </a:moveTo>
                <a:cubicBezTo>
                  <a:pt x="793781" y="13307"/>
                  <a:pt x="790079" y="15228"/>
                  <a:pt x="787355" y="19069"/>
                </a:cubicBezTo>
                <a:cubicBezTo>
                  <a:pt x="784631" y="22911"/>
                  <a:pt x="783269" y="28255"/>
                  <a:pt x="783269" y="35100"/>
                </a:cubicBezTo>
                <a:cubicBezTo>
                  <a:pt x="783269" y="42015"/>
                  <a:pt x="784631" y="47481"/>
                  <a:pt x="787355" y="51497"/>
                </a:cubicBezTo>
                <a:cubicBezTo>
                  <a:pt x="790079" y="55514"/>
                  <a:pt x="793781" y="57522"/>
                  <a:pt x="798461" y="57522"/>
                </a:cubicBezTo>
                <a:cubicBezTo>
                  <a:pt x="803141" y="57522"/>
                  <a:pt x="806843" y="55514"/>
                  <a:pt x="809567" y="51497"/>
                </a:cubicBezTo>
                <a:cubicBezTo>
                  <a:pt x="812292" y="47481"/>
                  <a:pt x="813654" y="42015"/>
                  <a:pt x="813654" y="35100"/>
                </a:cubicBezTo>
                <a:cubicBezTo>
                  <a:pt x="813654" y="28255"/>
                  <a:pt x="812292" y="22911"/>
                  <a:pt x="809567" y="19069"/>
                </a:cubicBezTo>
                <a:cubicBezTo>
                  <a:pt x="806843" y="15228"/>
                  <a:pt x="803141" y="13307"/>
                  <a:pt x="798461" y="13307"/>
                </a:cubicBezTo>
                <a:close/>
                <a:moveTo>
                  <a:pt x="388886" y="13307"/>
                </a:moveTo>
                <a:cubicBezTo>
                  <a:pt x="384206" y="13307"/>
                  <a:pt x="380504" y="15228"/>
                  <a:pt x="377780" y="19069"/>
                </a:cubicBezTo>
                <a:cubicBezTo>
                  <a:pt x="375056" y="22911"/>
                  <a:pt x="373694" y="28255"/>
                  <a:pt x="373694" y="35100"/>
                </a:cubicBezTo>
                <a:cubicBezTo>
                  <a:pt x="373694" y="42015"/>
                  <a:pt x="375056" y="47481"/>
                  <a:pt x="377780" y="51497"/>
                </a:cubicBezTo>
                <a:cubicBezTo>
                  <a:pt x="380504" y="55514"/>
                  <a:pt x="384206" y="57522"/>
                  <a:pt x="388886" y="57522"/>
                </a:cubicBezTo>
                <a:cubicBezTo>
                  <a:pt x="393566" y="57522"/>
                  <a:pt x="397268" y="55514"/>
                  <a:pt x="399992" y="51497"/>
                </a:cubicBezTo>
                <a:cubicBezTo>
                  <a:pt x="402717" y="47481"/>
                  <a:pt x="404079" y="42015"/>
                  <a:pt x="404079" y="35100"/>
                </a:cubicBezTo>
                <a:cubicBezTo>
                  <a:pt x="404079" y="28255"/>
                  <a:pt x="402717" y="22911"/>
                  <a:pt x="399992" y="19069"/>
                </a:cubicBezTo>
                <a:cubicBezTo>
                  <a:pt x="397268" y="15228"/>
                  <a:pt x="393566" y="13307"/>
                  <a:pt x="388886" y="13307"/>
                </a:cubicBezTo>
                <a:close/>
                <a:moveTo>
                  <a:pt x="30070" y="12993"/>
                </a:moveTo>
                <a:cubicBezTo>
                  <a:pt x="29232" y="16625"/>
                  <a:pt x="28376" y="20344"/>
                  <a:pt x="27503" y="24151"/>
                </a:cubicBezTo>
                <a:cubicBezTo>
                  <a:pt x="26630" y="27958"/>
                  <a:pt x="25704" y="31573"/>
                  <a:pt x="24726" y="34995"/>
                </a:cubicBezTo>
                <a:lnTo>
                  <a:pt x="23050" y="41282"/>
                </a:lnTo>
                <a:lnTo>
                  <a:pt x="37614" y="41282"/>
                </a:lnTo>
                <a:lnTo>
                  <a:pt x="36042" y="34995"/>
                </a:lnTo>
                <a:cubicBezTo>
                  <a:pt x="35064" y="31573"/>
                  <a:pt x="34121" y="27940"/>
                  <a:pt x="33213" y="24099"/>
                </a:cubicBezTo>
                <a:cubicBezTo>
                  <a:pt x="32305" y="20257"/>
                  <a:pt x="31397" y="16555"/>
                  <a:pt x="30489" y="12993"/>
                </a:cubicBezTo>
                <a:close/>
                <a:moveTo>
                  <a:pt x="846896" y="1258"/>
                </a:moveTo>
                <a:lnTo>
                  <a:pt x="862717" y="1258"/>
                </a:lnTo>
                <a:lnTo>
                  <a:pt x="880529" y="35205"/>
                </a:lnTo>
                <a:lnTo>
                  <a:pt x="887234" y="50292"/>
                </a:lnTo>
                <a:lnTo>
                  <a:pt x="887653" y="50292"/>
                </a:lnTo>
                <a:cubicBezTo>
                  <a:pt x="887304" y="46660"/>
                  <a:pt x="886902" y="42609"/>
                  <a:pt x="886448" y="38139"/>
                </a:cubicBezTo>
                <a:cubicBezTo>
                  <a:pt x="885994" y="33668"/>
                  <a:pt x="885767" y="29407"/>
                  <a:pt x="885767" y="25356"/>
                </a:cubicBezTo>
                <a:lnTo>
                  <a:pt x="885767" y="1258"/>
                </a:lnTo>
                <a:lnTo>
                  <a:pt x="900436" y="1258"/>
                </a:lnTo>
                <a:lnTo>
                  <a:pt x="900436" y="69571"/>
                </a:lnTo>
                <a:lnTo>
                  <a:pt x="884615" y="69571"/>
                </a:lnTo>
                <a:lnTo>
                  <a:pt x="866803" y="35519"/>
                </a:lnTo>
                <a:lnTo>
                  <a:pt x="860097" y="20641"/>
                </a:lnTo>
                <a:lnTo>
                  <a:pt x="859678" y="20641"/>
                </a:lnTo>
                <a:cubicBezTo>
                  <a:pt x="860028" y="24413"/>
                  <a:pt x="860429" y="28464"/>
                  <a:pt x="860883" y="32795"/>
                </a:cubicBezTo>
                <a:cubicBezTo>
                  <a:pt x="861337" y="37126"/>
                  <a:pt x="861564" y="41317"/>
                  <a:pt x="861564" y="45368"/>
                </a:cubicBezTo>
                <a:lnTo>
                  <a:pt x="861564" y="69571"/>
                </a:lnTo>
                <a:lnTo>
                  <a:pt x="846896" y="69571"/>
                </a:lnTo>
                <a:close/>
                <a:moveTo>
                  <a:pt x="742121" y="1258"/>
                </a:moveTo>
                <a:lnTo>
                  <a:pt x="757523" y="1258"/>
                </a:lnTo>
                <a:lnTo>
                  <a:pt x="757523" y="69571"/>
                </a:lnTo>
                <a:lnTo>
                  <a:pt x="742121" y="69571"/>
                </a:lnTo>
                <a:close/>
                <a:moveTo>
                  <a:pt x="618296" y="1258"/>
                </a:moveTo>
                <a:lnTo>
                  <a:pt x="642918" y="1258"/>
                </a:lnTo>
                <a:cubicBezTo>
                  <a:pt x="646550" y="1258"/>
                  <a:pt x="649955" y="1607"/>
                  <a:pt x="653134" y="2305"/>
                </a:cubicBezTo>
                <a:cubicBezTo>
                  <a:pt x="656312" y="3004"/>
                  <a:pt x="659088" y="4174"/>
                  <a:pt x="661463" y="5815"/>
                </a:cubicBezTo>
                <a:cubicBezTo>
                  <a:pt x="663838" y="7457"/>
                  <a:pt x="665724" y="9640"/>
                  <a:pt x="667121" y="12364"/>
                </a:cubicBezTo>
                <a:cubicBezTo>
                  <a:pt x="668518" y="15088"/>
                  <a:pt x="669217" y="18476"/>
                  <a:pt x="669217" y="22527"/>
                </a:cubicBezTo>
                <a:cubicBezTo>
                  <a:pt x="669217" y="27556"/>
                  <a:pt x="668116" y="31695"/>
                  <a:pt x="665916" y="34943"/>
                </a:cubicBezTo>
                <a:cubicBezTo>
                  <a:pt x="663716" y="38191"/>
                  <a:pt x="660765" y="40618"/>
                  <a:pt x="657063" y="42225"/>
                </a:cubicBezTo>
                <a:lnTo>
                  <a:pt x="672569" y="69571"/>
                </a:lnTo>
                <a:lnTo>
                  <a:pt x="655281" y="69571"/>
                </a:lnTo>
                <a:lnTo>
                  <a:pt x="642185" y="44949"/>
                </a:lnTo>
                <a:lnTo>
                  <a:pt x="633698" y="44949"/>
                </a:lnTo>
                <a:lnTo>
                  <a:pt x="633698" y="69571"/>
                </a:lnTo>
                <a:lnTo>
                  <a:pt x="618296" y="69571"/>
                </a:lnTo>
                <a:close/>
                <a:moveTo>
                  <a:pt x="561146" y="1258"/>
                </a:moveTo>
                <a:lnTo>
                  <a:pt x="603894" y="1258"/>
                </a:lnTo>
                <a:lnTo>
                  <a:pt x="603894" y="14250"/>
                </a:lnTo>
                <a:lnTo>
                  <a:pt x="576548" y="14250"/>
                </a:lnTo>
                <a:lnTo>
                  <a:pt x="576548" y="27975"/>
                </a:lnTo>
                <a:lnTo>
                  <a:pt x="599808" y="27975"/>
                </a:lnTo>
                <a:lnTo>
                  <a:pt x="599808" y="40863"/>
                </a:lnTo>
                <a:lnTo>
                  <a:pt x="576548" y="40863"/>
                </a:lnTo>
                <a:lnTo>
                  <a:pt x="576548" y="56579"/>
                </a:lnTo>
                <a:lnTo>
                  <a:pt x="604942" y="56579"/>
                </a:lnTo>
                <a:lnTo>
                  <a:pt x="604942" y="69571"/>
                </a:lnTo>
                <a:lnTo>
                  <a:pt x="561146" y="69571"/>
                </a:lnTo>
                <a:close/>
                <a:moveTo>
                  <a:pt x="495195" y="1258"/>
                </a:moveTo>
                <a:lnTo>
                  <a:pt x="511540" y="1258"/>
                </a:lnTo>
                <a:lnTo>
                  <a:pt x="519712" y="33109"/>
                </a:lnTo>
                <a:cubicBezTo>
                  <a:pt x="520760" y="36881"/>
                  <a:pt x="521685" y="40531"/>
                  <a:pt x="522489" y="44058"/>
                </a:cubicBezTo>
                <a:cubicBezTo>
                  <a:pt x="523292" y="47586"/>
                  <a:pt x="524217" y="51235"/>
                  <a:pt x="525265" y="55007"/>
                </a:cubicBezTo>
                <a:lnTo>
                  <a:pt x="525684" y="55007"/>
                </a:lnTo>
                <a:cubicBezTo>
                  <a:pt x="526662" y="51235"/>
                  <a:pt x="527570" y="47586"/>
                  <a:pt x="528408" y="44058"/>
                </a:cubicBezTo>
                <a:cubicBezTo>
                  <a:pt x="529247" y="40531"/>
                  <a:pt x="530155" y="36881"/>
                  <a:pt x="531133" y="33109"/>
                </a:cubicBezTo>
                <a:lnTo>
                  <a:pt x="539200" y="1258"/>
                </a:lnTo>
                <a:lnTo>
                  <a:pt x="554917" y="1258"/>
                </a:lnTo>
                <a:lnTo>
                  <a:pt x="534381" y="69571"/>
                </a:lnTo>
                <a:lnTo>
                  <a:pt x="515835" y="69571"/>
                </a:lnTo>
                <a:close/>
                <a:moveTo>
                  <a:pt x="437321" y="1258"/>
                </a:moveTo>
                <a:lnTo>
                  <a:pt x="453142" y="1258"/>
                </a:lnTo>
                <a:lnTo>
                  <a:pt x="470954" y="35205"/>
                </a:lnTo>
                <a:lnTo>
                  <a:pt x="477659" y="50292"/>
                </a:lnTo>
                <a:lnTo>
                  <a:pt x="478078" y="50292"/>
                </a:lnTo>
                <a:cubicBezTo>
                  <a:pt x="477729" y="46660"/>
                  <a:pt x="477327" y="42609"/>
                  <a:pt x="476873" y="38139"/>
                </a:cubicBezTo>
                <a:cubicBezTo>
                  <a:pt x="476419" y="33668"/>
                  <a:pt x="476192" y="29407"/>
                  <a:pt x="476192" y="25356"/>
                </a:cubicBezTo>
                <a:lnTo>
                  <a:pt x="476192" y="1258"/>
                </a:lnTo>
                <a:lnTo>
                  <a:pt x="490861" y="1258"/>
                </a:lnTo>
                <a:lnTo>
                  <a:pt x="490861" y="69571"/>
                </a:lnTo>
                <a:lnTo>
                  <a:pt x="475040" y="69571"/>
                </a:lnTo>
                <a:lnTo>
                  <a:pt x="457228" y="35519"/>
                </a:lnTo>
                <a:lnTo>
                  <a:pt x="450523" y="20641"/>
                </a:lnTo>
                <a:lnTo>
                  <a:pt x="450103" y="20641"/>
                </a:lnTo>
                <a:cubicBezTo>
                  <a:pt x="450453" y="24413"/>
                  <a:pt x="450854" y="28464"/>
                  <a:pt x="451308" y="32795"/>
                </a:cubicBezTo>
                <a:cubicBezTo>
                  <a:pt x="451762" y="37126"/>
                  <a:pt x="451989" y="41317"/>
                  <a:pt x="451989" y="45368"/>
                </a:cubicBezTo>
                <a:lnTo>
                  <a:pt x="451989" y="69571"/>
                </a:lnTo>
                <a:lnTo>
                  <a:pt x="437321" y="69571"/>
                </a:lnTo>
                <a:close/>
                <a:moveTo>
                  <a:pt x="161096" y="1258"/>
                </a:moveTo>
                <a:lnTo>
                  <a:pt x="180375" y="1258"/>
                </a:lnTo>
                <a:cubicBezTo>
                  <a:pt x="185613" y="1258"/>
                  <a:pt x="190328" y="1921"/>
                  <a:pt x="194519" y="3248"/>
                </a:cubicBezTo>
                <a:cubicBezTo>
                  <a:pt x="198710" y="4576"/>
                  <a:pt x="202307" y="6619"/>
                  <a:pt x="205311" y="9378"/>
                </a:cubicBezTo>
                <a:cubicBezTo>
                  <a:pt x="208315" y="12137"/>
                  <a:pt x="210620" y="15647"/>
                  <a:pt x="212226" y="19908"/>
                </a:cubicBezTo>
                <a:cubicBezTo>
                  <a:pt x="213833" y="24169"/>
                  <a:pt x="214636" y="29233"/>
                  <a:pt x="214636" y="35100"/>
                </a:cubicBezTo>
                <a:cubicBezTo>
                  <a:pt x="214636" y="40967"/>
                  <a:pt x="213833" y="46067"/>
                  <a:pt x="212226" y="50397"/>
                </a:cubicBezTo>
                <a:cubicBezTo>
                  <a:pt x="210620" y="54728"/>
                  <a:pt x="208349" y="58308"/>
                  <a:pt x="205416" y="61137"/>
                </a:cubicBezTo>
                <a:cubicBezTo>
                  <a:pt x="202482" y="63966"/>
                  <a:pt x="198972" y="66079"/>
                  <a:pt x="194886" y="67476"/>
                </a:cubicBezTo>
                <a:cubicBezTo>
                  <a:pt x="190800" y="68873"/>
                  <a:pt x="186242" y="69571"/>
                  <a:pt x="181213" y="69571"/>
                </a:cubicBezTo>
                <a:lnTo>
                  <a:pt x="161096" y="69571"/>
                </a:lnTo>
                <a:close/>
                <a:moveTo>
                  <a:pt x="21374" y="1258"/>
                </a:moveTo>
                <a:lnTo>
                  <a:pt x="39919" y="1258"/>
                </a:lnTo>
                <a:lnTo>
                  <a:pt x="61293" y="69571"/>
                </a:lnTo>
                <a:lnTo>
                  <a:pt x="44948" y="69571"/>
                </a:lnTo>
                <a:lnTo>
                  <a:pt x="40757" y="53331"/>
                </a:lnTo>
                <a:lnTo>
                  <a:pt x="19907" y="53331"/>
                </a:lnTo>
                <a:lnTo>
                  <a:pt x="15716" y="69571"/>
                </a:lnTo>
                <a:lnTo>
                  <a:pt x="0" y="69571"/>
                </a:lnTo>
                <a:close/>
                <a:moveTo>
                  <a:pt x="798461" y="0"/>
                </a:moveTo>
                <a:cubicBezTo>
                  <a:pt x="803071" y="0"/>
                  <a:pt x="807280" y="786"/>
                  <a:pt x="811087" y="2358"/>
                </a:cubicBezTo>
                <a:cubicBezTo>
                  <a:pt x="814893" y="3929"/>
                  <a:pt x="818159" y="6217"/>
                  <a:pt x="820883" y="9221"/>
                </a:cubicBezTo>
                <a:cubicBezTo>
                  <a:pt x="823607" y="12224"/>
                  <a:pt x="825720" y="15909"/>
                  <a:pt x="827222" y="20274"/>
                </a:cubicBezTo>
                <a:cubicBezTo>
                  <a:pt x="828724" y="24640"/>
                  <a:pt x="829475" y="29582"/>
                  <a:pt x="829475" y="35100"/>
                </a:cubicBezTo>
                <a:cubicBezTo>
                  <a:pt x="829475" y="40688"/>
                  <a:pt x="828724" y="45682"/>
                  <a:pt x="827222" y="50083"/>
                </a:cubicBezTo>
                <a:cubicBezTo>
                  <a:pt x="825720" y="54483"/>
                  <a:pt x="823607" y="58220"/>
                  <a:pt x="820883" y="61294"/>
                </a:cubicBezTo>
                <a:cubicBezTo>
                  <a:pt x="818159" y="64367"/>
                  <a:pt x="814893" y="66725"/>
                  <a:pt x="811087" y="68366"/>
                </a:cubicBezTo>
                <a:cubicBezTo>
                  <a:pt x="807280" y="70008"/>
                  <a:pt x="803071" y="70828"/>
                  <a:pt x="798461" y="70828"/>
                </a:cubicBezTo>
                <a:cubicBezTo>
                  <a:pt x="793851" y="70828"/>
                  <a:pt x="789643" y="70008"/>
                  <a:pt x="785836" y="68366"/>
                </a:cubicBezTo>
                <a:cubicBezTo>
                  <a:pt x="782029" y="66725"/>
                  <a:pt x="778764" y="64367"/>
                  <a:pt x="776039" y="61294"/>
                </a:cubicBezTo>
                <a:cubicBezTo>
                  <a:pt x="773315" y="58220"/>
                  <a:pt x="771202" y="54483"/>
                  <a:pt x="769701" y="50083"/>
                </a:cubicBezTo>
                <a:cubicBezTo>
                  <a:pt x="768199" y="45682"/>
                  <a:pt x="767448" y="40688"/>
                  <a:pt x="767448" y="35100"/>
                </a:cubicBezTo>
                <a:cubicBezTo>
                  <a:pt x="767448" y="29512"/>
                  <a:pt x="768199" y="24535"/>
                  <a:pt x="769701" y="20170"/>
                </a:cubicBezTo>
                <a:cubicBezTo>
                  <a:pt x="771202" y="15804"/>
                  <a:pt x="773315" y="12137"/>
                  <a:pt x="776039" y="9168"/>
                </a:cubicBezTo>
                <a:cubicBezTo>
                  <a:pt x="778764" y="6200"/>
                  <a:pt x="782029" y="3929"/>
                  <a:pt x="785836" y="2358"/>
                </a:cubicBezTo>
                <a:cubicBezTo>
                  <a:pt x="789643" y="786"/>
                  <a:pt x="793851" y="0"/>
                  <a:pt x="798461" y="0"/>
                </a:cubicBezTo>
                <a:close/>
                <a:moveTo>
                  <a:pt x="707602" y="0"/>
                </a:moveTo>
                <a:cubicBezTo>
                  <a:pt x="711584" y="0"/>
                  <a:pt x="715513" y="769"/>
                  <a:pt x="719389" y="2305"/>
                </a:cubicBezTo>
                <a:cubicBezTo>
                  <a:pt x="723266" y="3842"/>
                  <a:pt x="726671" y="6077"/>
                  <a:pt x="729605" y="9011"/>
                </a:cubicBezTo>
                <a:lnTo>
                  <a:pt x="721747" y="18755"/>
                </a:lnTo>
                <a:cubicBezTo>
                  <a:pt x="719512" y="17009"/>
                  <a:pt x="717276" y="15664"/>
                  <a:pt x="715041" y="14721"/>
                </a:cubicBezTo>
                <a:cubicBezTo>
                  <a:pt x="712806" y="13778"/>
                  <a:pt x="710326" y="13307"/>
                  <a:pt x="707602" y="13307"/>
                </a:cubicBezTo>
                <a:cubicBezTo>
                  <a:pt x="704948" y="13307"/>
                  <a:pt x="702835" y="13848"/>
                  <a:pt x="701263" y="14931"/>
                </a:cubicBezTo>
                <a:cubicBezTo>
                  <a:pt x="699692" y="16014"/>
                  <a:pt x="698906" y="17533"/>
                  <a:pt x="698906" y="19489"/>
                </a:cubicBezTo>
                <a:cubicBezTo>
                  <a:pt x="698906" y="20536"/>
                  <a:pt x="699168" y="21427"/>
                  <a:pt x="699692" y="22160"/>
                </a:cubicBezTo>
                <a:cubicBezTo>
                  <a:pt x="700216" y="22894"/>
                  <a:pt x="700949" y="23557"/>
                  <a:pt x="701892" y="24151"/>
                </a:cubicBezTo>
                <a:cubicBezTo>
                  <a:pt x="702835" y="24745"/>
                  <a:pt x="703935" y="25304"/>
                  <a:pt x="705192" y="25827"/>
                </a:cubicBezTo>
                <a:cubicBezTo>
                  <a:pt x="706450" y="26351"/>
                  <a:pt x="707812" y="26928"/>
                  <a:pt x="709279" y="27556"/>
                </a:cubicBezTo>
                <a:lnTo>
                  <a:pt x="718080" y="31119"/>
                </a:lnTo>
                <a:cubicBezTo>
                  <a:pt x="722271" y="32795"/>
                  <a:pt x="725571" y="35100"/>
                  <a:pt x="727981" y="38034"/>
                </a:cubicBezTo>
                <a:cubicBezTo>
                  <a:pt x="730391" y="40967"/>
                  <a:pt x="731596" y="44844"/>
                  <a:pt x="731596" y="49664"/>
                </a:cubicBezTo>
                <a:cubicBezTo>
                  <a:pt x="731596" y="52528"/>
                  <a:pt x="731020" y="55234"/>
                  <a:pt x="729867" y="57784"/>
                </a:cubicBezTo>
                <a:cubicBezTo>
                  <a:pt x="728714" y="60333"/>
                  <a:pt x="727038" y="62569"/>
                  <a:pt x="724838" y="64489"/>
                </a:cubicBezTo>
                <a:cubicBezTo>
                  <a:pt x="722637" y="66410"/>
                  <a:pt x="719931" y="67947"/>
                  <a:pt x="716718" y="69100"/>
                </a:cubicBezTo>
                <a:cubicBezTo>
                  <a:pt x="713505" y="70252"/>
                  <a:pt x="709872" y="70828"/>
                  <a:pt x="705821" y="70828"/>
                </a:cubicBezTo>
                <a:cubicBezTo>
                  <a:pt x="701351" y="70828"/>
                  <a:pt x="696898" y="70008"/>
                  <a:pt x="692462" y="68366"/>
                </a:cubicBezTo>
                <a:cubicBezTo>
                  <a:pt x="688027" y="66725"/>
                  <a:pt x="684063" y="64262"/>
                  <a:pt x="680570" y="60979"/>
                </a:cubicBezTo>
                <a:lnTo>
                  <a:pt x="689371" y="50397"/>
                </a:lnTo>
                <a:cubicBezTo>
                  <a:pt x="691816" y="52493"/>
                  <a:pt x="694523" y="54204"/>
                  <a:pt x="697491" y="55531"/>
                </a:cubicBezTo>
                <a:cubicBezTo>
                  <a:pt x="700460" y="56858"/>
                  <a:pt x="703376" y="57522"/>
                  <a:pt x="706240" y="57522"/>
                </a:cubicBezTo>
                <a:cubicBezTo>
                  <a:pt x="709453" y="57522"/>
                  <a:pt x="711846" y="56928"/>
                  <a:pt x="713417" y="55741"/>
                </a:cubicBezTo>
                <a:cubicBezTo>
                  <a:pt x="714989" y="54553"/>
                  <a:pt x="715775" y="52947"/>
                  <a:pt x="715775" y="50921"/>
                </a:cubicBezTo>
                <a:cubicBezTo>
                  <a:pt x="715775" y="49873"/>
                  <a:pt x="715548" y="48965"/>
                  <a:pt x="715094" y="48197"/>
                </a:cubicBezTo>
                <a:cubicBezTo>
                  <a:pt x="714640" y="47429"/>
                  <a:pt x="713976" y="46748"/>
                  <a:pt x="713103" y="46154"/>
                </a:cubicBezTo>
                <a:cubicBezTo>
                  <a:pt x="712230" y="45560"/>
                  <a:pt x="711182" y="45001"/>
                  <a:pt x="709960" y="44477"/>
                </a:cubicBezTo>
                <a:cubicBezTo>
                  <a:pt x="708737" y="43954"/>
                  <a:pt x="707393" y="43377"/>
                  <a:pt x="705926" y="42749"/>
                </a:cubicBezTo>
                <a:lnTo>
                  <a:pt x="697020" y="38977"/>
                </a:lnTo>
                <a:cubicBezTo>
                  <a:pt x="695274" y="38278"/>
                  <a:pt x="693580" y="37370"/>
                  <a:pt x="691938" y="36253"/>
                </a:cubicBezTo>
                <a:cubicBezTo>
                  <a:pt x="690297" y="35135"/>
                  <a:pt x="688830" y="33825"/>
                  <a:pt x="687538" y="32324"/>
                </a:cubicBezTo>
                <a:cubicBezTo>
                  <a:pt x="686246" y="30822"/>
                  <a:pt x="685215" y="29075"/>
                  <a:pt x="684447" y="27085"/>
                </a:cubicBezTo>
                <a:cubicBezTo>
                  <a:pt x="683679" y="25094"/>
                  <a:pt x="683295" y="22841"/>
                  <a:pt x="683295" y="20327"/>
                </a:cubicBezTo>
                <a:cubicBezTo>
                  <a:pt x="683295" y="17533"/>
                  <a:pt x="683888" y="14896"/>
                  <a:pt x="685076" y="12416"/>
                </a:cubicBezTo>
                <a:cubicBezTo>
                  <a:pt x="686263" y="9937"/>
                  <a:pt x="687939" y="7771"/>
                  <a:pt x="690105" y="5920"/>
                </a:cubicBezTo>
                <a:cubicBezTo>
                  <a:pt x="692270" y="4069"/>
                  <a:pt x="694837" y="2620"/>
                  <a:pt x="697806" y="1572"/>
                </a:cubicBezTo>
                <a:cubicBezTo>
                  <a:pt x="700774" y="524"/>
                  <a:pt x="704040" y="0"/>
                  <a:pt x="707602" y="0"/>
                </a:cubicBezTo>
                <a:close/>
                <a:moveTo>
                  <a:pt x="388886" y="0"/>
                </a:moveTo>
                <a:cubicBezTo>
                  <a:pt x="393496" y="0"/>
                  <a:pt x="397705" y="786"/>
                  <a:pt x="401512" y="2358"/>
                </a:cubicBezTo>
                <a:cubicBezTo>
                  <a:pt x="405318" y="3929"/>
                  <a:pt x="408584" y="6217"/>
                  <a:pt x="411308" y="9221"/>
                </a:cubicBezTo>
                <a:cubicBezTo>
                  <a:pt x="414032" y="12224"/>
                  <a:pt x="416145" y="15909"/>
                  <a:pt x="417647" y="20274"/>
                </a:cubicBezTo>
                <a:cubicBezTo>
                  <a:pt x="419149" y="24640"/>
                  <a:pt x="419900" y="29582"/>
                  <a:pt x="419900" y="35100"/>
                </a:cubicBezTo>
                <a:cubicBezTo>
                  <a:pt x="419900" y="40688"/>
                  <a:pt x="419149" y="45682"/>
                  <a:pt x="417647" y="50083"/>
                </a:cubicBezTo>
                <a:cubicBezTo>
                  <a:pt x="416145" y="54483"/>
                  <a:pt x="414032" y="58220"/>
                  <a:pt x="411308" y="61294"/>
                </a:cubicBezTo>
                <a:cubicBezTo>
                  <a:pt x="408584" y="64367"/>
                  <a:pt x="405318" y="66725"/>
                  <a:pt x="401512" y="68366"/>
                </a:cubicBezTo>
                <a:cubicBezTo>
                  <a:pt x="397705" y="70008"/>
                  <a:pt x="393496" y="70828"/>
                  <a:pt x="388886" y="70828"/>
                </a:cubicBezTo>
                <a:cubicBezTo>
                  <a:pt x="384276" y="70828"/>
                  <a:pt x="380068" y="70008"/>
                  <a:pt x="376261" y="68366"/>
                </a:cubicBezTo>
                <a:cubicBezTo>
                  <a:pt x="372454" y="66725"/>
                  <a:pt x="369189" y="64367"/>
                  <a:pt x="366464" y="61294"/>
                </a:cubicBezTo>
                <a:cubicBezTo>
                  <a:pt x="363740" y="58220"/>
                  <a:pt x="361627" y="54483"/>
                  <a:pt x="360126" y="50083"/>
                </a:cubicBezTo>
                <a:cubicBezTo>
                  <a:pt x="358624" y="45682"/>
                  <a:pt x="357873" y="40688"/>
                  <a:pt x="357873" y="35100"/>
                </a:cubicBezTo>
                <a:cubicBezTo>
                  <a:pt x="357873" y="29512"/>
                  <a:pt x="358624" y="24535"/>
                  <a:pt x="360126" y="20170"/>
                </a:cubicBezTo>
                <a:cubicBezTo>
                  <a:pt x="361627" y="15804"/>
                  <a:pt x="363740" y="12137"/>
                  <a:pt x="366464" y="9168"/>
                </a:cubicBezTo>
                <a:cubicBezTo>
                  <a:pt x="369189" y="6200"/>
                  <a:pt x="372454" y="3929"/>
                  <a:pt x="376261" y="2358"/>
                </a:cubicBezTo>
                <a:cubicBezTo>
                  <a:pt x="380068" y="786"/>
                  <a:pt x="384276" y="0"/>
                  <a:pt x="388886" y="0"/>
                </a:cubicBezTo>
                <a:close/>
                <a:moveTo>
                  <a:pt x="332994" y="0"/>
                </a:moveTo>
                <a:cubicBezTo>
                  <a:pt x="337394" y="0"/>
                  <a:pt x="341341" y="891"/>
                  <a:pt x="344833" y="2672"/>
                </a:cubicBezTo>
                <a:cubicBezTo>
                  <a:pt x="348326" y="4453"/>
                  <a:pt x="351224" y="6531"/>
                  <a:pt x="353529" y="8906"/>
                </a:cubicBezTo>
                <a:lnTo>
                  <a:pt x="345357" y="18755"/>
                </a:lnTo>
                <a:cubicBezTo>
                  <a:pt x="343611" y="17149"/>
                  <a:pt x="341777" y="15839"/>
                  <a:pt x="339856" y="14826"/>
                </a:cubicBezTo>
                <a:cubicBezTo>
                  <a:pt x="337935" y="13813"/>
                  <a:pt x="335753" y="13307"/>
                  <a:pt x="333308" y="13307"/>
                </a:cubicBezTo>
                <a:cubicBezTo>
                  <a:pt x="331003" y="13307"/>
                  <a:pt x="328820" y="13813"/>
                  <a:pt x="326759" y="14826"/>
                </a:cubicBezTo>
                <a:cubicBezTo>
                  <a:pt x="324699" y="15839"/>
                  <a:pt x="322918" y="17288"/>
                  <a:pt x="321416" y="19174"/>
                </a:cubicBezTo>
                <a:cubicBezTo>
                  <a:pt x="319914" y="21060"/>
                  <a:pt x="318727" y="23365"/>
                  <a:pt x="317854" y="26089"/>
                </a:cubicBezTo>
                <a:cubicBezTo>
                  <a:pt x="316980" y="28814"/>
                  <a:pt x="316544" y="31887"/>
                  <a:pt x="316544" y="35310"/>
                </a:cubicBezTo>
                <a:cubicBezTo>
                  <a:pt x="316544" y="42364"/>
                  <a:pt x="318046" y="47830"/>
                  <a:pt x="321049" y="51707"/>
                </a:cubicBezTo>
                <a:cubicBezTo>
                  <a:pt x="324053" y="55584"/>
                  <a:pt x="328069" y="57522"/>
                  <a:pt x="333098" y="57522"/>
                </a:cubicBezTo>
                <a:cubicBezTo>
                  <a:pt x="335892" y="57522"/>
                  <a:pt x="338390" y="56911"/>
                  <a:pt x="340590" y="55688"/>
                </a:cubicBezTo>
                <a:cubicBezTo>
                  <a:pt x="342790" y="54466"/>
                  <a:pt x="344728" y="52947"/>
                  <a:pt x="346405" y="51131"/>
                </a:cubicBezTo>
                <a:lnTo>
                  <a:pt x="354577" y="60770"/>
                </a:lnTo>
                <a:cubicBezTo>
                  <a:pt x="348850" y="67476"/>
                  <a:pt x="341480" y="70828"/>
                  <a:pt x="332470" y="70828"/>
                </a:cubicBezTo>
                <a:cubicBezTo>
                  <a:pt x="328139" y="70828"/>
                  <a:pt x="324053" y="70077"/>
                  <a:pt x="320211" y="68576"/>
                </a:cubicBezTo>
                <a:cubicBezTo>
                  <a:pt x="316369" y="67074"/>
                  <a:pt x="312999" y="64856"/>
                  <a:pt x="310100" y="61922"/>
                </a:cubicBezTo>
                <a:cubicBezTo>
                  <a:pt x="307201" y="58989"/>
                  <a:pt x="304914" y="55339"/>
                  <a:pt x="303237" y="50973"/>
                </a:cubicBezTo>
                <a:cubicBezTo>
                  <a:pt x="301561" y="46608"/>
                  <a:pt x="300723" y="41561"/>
                  <a:pt x="300723" y="35833"/>
                </a:cubicBezTo>
                <a:cubicBezTo>
                  <a:pt x="300723" y="30176"/>
                  <a:pt x="301596" y="25129"/>
                  <a:pt x="303342" y="20693"/>
                </a:cubicBezTo>
                <a:cubicBezTo>
                  <a:pt x="305088" y="16258"/>
                  <a:pt x="307428" y="12504"/>
                  <a:pt x="310362" y="9430"/>
                </a:cubicBezTo>
                <a:cubicBezTo>
                  <a:pt x="313296" y="6357"/>
                  <a:pt x="316719" y="4017"/>
                  <a:pt x="320630" y="2410"/>
                </a:cubicBezTo>
                <a:cubicBezTo>
                  <a:pt x="324542" y="804"/>
                  <a:pt x="328663" y="0"/>
                  <a:pt x="332994" y="0"/>
                </a:cubicBezTo>
                <a:close/>
                <a:moveTo>
                  <a:pt x="256794" y="0"/>
                </a:moveTo>
                <a:cubicBezTo>
                  <a:pt x="261194" y="0"/>
                  <a:pt x="265141" y="891"/>
                  <a:pt x="268633" y="2672"/>
                </a:cubicBezTo>
                <a:cubicBezTo>
                  <a:pt x="272126" y="4453"/>
                  <a:pt x="275024" y="6531"/>
                  <a:pt x="277329" y="8906"/>
                </a:cubicBezTo>
                <a:lnTo>
                  <a:pt x="269157" y="18755"/>
                </a:lnTo>
                <a:cubicBezTo>
                  <a:pt x="267411" y="17149"/>
                  <a:pt x="265577" y="15839"/>
                  <a:pt x="263656" y="14826"/>
                </a:cubicBezTo>
                <a:cubicBezTo>
                  <a:pt x="261735" y="13813"/>
                  <a:pt x="259553" y="13307"/>
                  <a:pt x="257108" y="13307"/>
                </a:cubicBezTo>
                <a:cubicBezTo>
                  <a:pt x="254803" y="13307"/>
                  <a:pt x="252620" y="13813"/>
                  <a:pt x="250559" y="14826"/>
                </a:cubicBezTo>
                <a:cubicBezTo>
                  <a:pt x="248499" y="15839"/>
                  <a:pt x="246718" y="17288"/>
                  <a:pt x="245216" y="19174"/>
                </a:cubicBezTo>
                <a:cubicBezTo>
                  <a:pt x="243714" y="21060"/>
                  <a:pt x="242527" y="23365"/>
                  <a:pt x="241654" y="26089"/>
                </a:cubicBezTo>
                <a:cubicBezTo>
                  <a:pt x="240780" y="28814"/>
                  <a:pt x="240344" y="31887"/>
                  <a:pt x="240344" y="35310"/>
                </a:cubicBezTo>
                <a:cubicBezTo>
                  <a:pt x="240344" y="42364"/>
                  <a:pt x="241846" y="47830"/>
                  <a:pt x="244849" y="51707"/>
                </a:cubicBezTo>
                <a:cubicBezTo>
                  <a:pt x="247853" y="55584"/>
                  <a:pt x="251869" y="57522"/>
                  <a:pt x="256898" y="57522"/>
                </a:cubicBezTo>
                <a:cubicBezTo>
                  <a:pt x="259692" y="57522"/>
                  <a:pt x="262190" y="56911"/>
                  <a:pt x="264390" y="55688"/>
                </a:cubicBezTo>
                <a:cubicBezTo>
                  <a:pt x="266590" y="54466"/>
                  <a:pt x="268528" y="52947"/>
                  <a:pt x="270205" y="51131"/>
                </a:cubicBezTo>
                <a:lnTo>
                  <a:pt x="278377" y="60770"/>
                </a:lnTo>
                <a:cubicBezTo>
                  <a:pt x="272650" y="67476"/>
                  <a:pt x="265280" y="70828"/>
                  <a:pt x="256270" y="70828"/>
                </a:cubicBezTo>
                <a:cubicBezTo>
                  <a:pt x="251939" y="70828"/>
                  <a:pt x="247853" y="70077"/>
                  <a:pt x="244011" y="68576"/>
                </a:cubicBezTo>
                <a:cubicBezTo>
                  <a:pt x="240169" y="67074"/>
                  <a:pt x="236799" y="64856"/>
                  <a:pt x="233900" y="61922"/>
                </a:cubicBezTo>
                <a:cubicBezTo>
                  <a:pt x="231001" y="58989"/>
                  <a:pt x="228714" y="55339"/>
                  <a:pt x="227038" y="50973"/>
                </a:cubicBezTo>
                <a:cubicBezTo>
                  <a:pt x="225361" y="46608"/>
                  <a:pt x="224523" y="41561"/>
                  <a:pt x="224523" y="35833"/>
                </a:cubicBezTo>
                <a:cubicBezTo>
                  <a:pt x="224523" y="30176"/>
                  <a:pt x="225396" y="25129"/>
                  <a:pt x="227142" y="20693"/>
                </a:cubicBezTo>
                <a:cubicBezTo>
                  <a:pt x="228889" y="16258"/>
                  <a:pt x="231228" y="12504"/>
                  <a:pt x="234162" y="9430"/>
                </a:cubicBezTo>
                <a:cubicBezTo>
                  <a:pt x="237096" y="6357"/>
                  <a:pt x="240519" y="4017"/>
                  <a:pt x="244430" y="2410"/>
                </a:cubicBezTo>
                <a:cubicBezTo>
                  <a:pt x="248342" y="804"/>
                  <a:pt x="252463" y="0"/>
                  <a:pt x="256794" y="0"/>
                </a:cubicBezTo>
                <a:close/>
                <a:moveTo>
                  <a:pt x="94869" y="0"/>
                </a:moveTo>
                <a:cubicBezTo>
                  <a:pt x="99269" y="0"/>
                  <a:pt x="103216" y="891"/>
                  <a:pt x="106708" y="2672"/>
                </a:cubicBezTo>
                <a:cubicBezTo>
                  <a:pt x="110201" y="4453"/>
                  <a:pt x="113099" y="6531"/>
                  <a:pt x="115404" y="8906"/>
                </a:cubicBezTo>
                <a:lnTo>
                  <a:pt x="107232" y="18755"/>
                </a:lnTo>
                <a:cubicBezTo>
                  <a:pt x="105486" y="17149"/>
                  <a:pt x="103652" y="15839"/>
                  <a:pt x="101731" y="14826"/>
                </a:cubicBezTo>
                <a:cubicBezTo>
                  <a:pt x="99810" y="13813"/>
                  <a:pt x="97628" y="13307"/>
                  <a:pt x="95183" y="13307"/>
                </a:cubicBezTo>
                <a:cubicBezTo>
                  <a:pt x="92878" y="13307"/>
                  <a:pt x="90695" y="13813"/>
                  <a:pt x="88634" y="14826"/>
                </a:cubicBezTo>
                <a:cubicBezTo>
                  <a:pt x="86574" y="15839"/>
                  <a:pt x="84793" y="17288"/>
                  <a:pt x="83291" y="19174"/>
                </a:cubicBezTo>
                <a:cubicBezTo>
                  <a:pt x="81789" y="21060"/>
                  <a:pt x="80602" y="23365"/>
                  <a:pt x="79729" y="26089"/>
                </a:cubicBezTo>
                <a:cubicBezTo>
                  <a:pt x="78855" y="28814"/>
                  <a:pt x="78419" y="31887"/>
                  <a:pt x="78419" y="35310"/>
                </a:cubicBezTo>
                <a:cubicBezTo>
                  <a:pt x="78419" y="42364"/>
                  <a:pt x="79921" y="47830"/>
                  <a:pt x="82924" y="51707"/>
                </a:cubicBezTo>
                <a:cubicBezTo>
                  <a:pt x="85928" y="55584"/>
                  <a:pt x="89944" y="57522"/>
                  <a:pt x="94973" y="57522"/>
                </a:cubicBezTo>
                <a:cubicBezTo>
                  <a:pt x="97767" y="57522"/>
                  <a:pt x="100264" y="56911"/>
                  <a:pt x="102465" y="55688"/>
                </a:cubicBezTo>
                <a:cubicBezTo>
                  <a:pt x="104665" y="54466"/>
                  <a:pt x="106603" y="52947"/>
                  <a:pt x="108280" y="51131"/>
                </a:cubicBezTo>
                <a:lnTo>
                  <a:pt x="116452" y="60770"/>
                </a:lnTo>
                <a:cubicBezTo>
                  <a:pt x="110725" y="67476"/>
                  <a:pt x="103355" y="70828"/>
                  <a:pt x="94345" y="70828"/>
                </a:cubicBezTo>
                <a:cubicBezTo>
                  <a:pt x="90014" y="70828"/>
                  <a:pt x="85928" y="70077"/>
                  <a:pt x="82086" y="68576"/>
                </a:cubicBezTo>
                <a:cubicBezTo>
                  <a:pt x="78244" y="67074"/>
                  <a:pt x="74874" y="64856"/>
                  <a:pt x="71975" y="61922"/>
                </a:cubicBezTo>
                <a:cubicBezTo>
                  <a:pt x="69076" y="58989"/>
                  <a:pt x="66789" y="55339"/>
                  <a:pt x="65113" y="50973"/>
                </a:cubicBezTo>
                <a:cubicBezTo>
                  <a:pt x="63436" y="46608"/>
                  <a:pt x="62598" y="41561"/>
                  <a:pt x="62598" y="35833"/>
                </a:cubicBezTo>
                <a:cubicBezTo>
                  <a:pt x="62598" y="30176"/>
                  <a:pt x="63471" y="25129"/>
                  <a:pt x="65217" y="20693"/>
                </a:cubicBezTo>
                <a:cubicBezTo>
                  <a:pt x="66964" y="16258"/>
                  <a:pt x="69303" y="12504"/>
                  <a:pt x="72237" y="9430"/>
                </a:cubicBezTo>
                <a:cubicBezTo>
                  <a:pt x="75171" y="6357"/>
                  <a:pt x="78594" y="4017"/>
                  <a:pt x="82505" y="2410"/>
                </a:cubicBezTo>
                <a:cubicBezTo>
                  <a:pt x="86417" y="804"/>
                  <a:pt x="90538" y="0"/>
                  <a:pt x="948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2117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ED Title Slide">
  <p:cSld name="LED Title Slide">
    <p:bg>
      <p:bgPr>
        <a:solidFill>
          <a:schemeClr val="lt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9786479" y="644290"/>
            <a:ext cx="786067" cy="94437"/>
          </a:xfrm>
          <a:custGeom>
            <a:avLst/>
            <a:gdLst/>
            <a:ahLst/>
            <a:cxnLst/>
            <a:rect l="l" t="t" r="r" b="b"/>
            <a:pathLst>
              <a:path w="589550" h="70828" extrusionOk="0">
                <a:moveTo>
                  <a:pt x="215427" y="13726"/>
                </a:moveTo>
                <a:lnTo>
                  <a:pt x="215427" y="57103"/>
                </a:lnTo>
                <a:lnTo>
                  <a:pt x="218361" y="57103"/>
                </a:lnTo>
                <a:cubicBezTo>
                  <a:pt x="221294" y="57103"/>
                  <a:pt x="223949" y="56719"/>
                  <a:pt x="226323" y="55950"/>
                </a:cubicBezTo>
                <a:cubicBezTo>
                  <a:pt x="228698" y="55182"/>
                  <a:pt x="230724" y="53942"/>
                  <a:pt x="232400" y="52231"/>
                </a:cubicBezTo>
                <a:cubicBezTo>
                  <a:pt x="234077" y="50519"/>
                  <a:pt x="235386" y="48267"/>
                  <a:pt x="236329" y="45473"/>
                </a:cubicBezTo>
                <a:cubicBezTo>
                  <a:pt x="237272" y="42679"/>
                  <a:pt x="237744" y="39221"/>
                  <a:pt x="237744" y="35100"/>
                </a:cubicBezTo>
                <a:cubicBezTo>
                  <a:pt x="237744" y="31049"/>
                  <a:pt x="237272" y="27644"/>
                  <a:pt x="236329" y="24884"/>
                </a:cubicBezTo>
                <a:cubicBezTo>
                  <a:pt x="235386" y="22125"/>
                  <a:pt x="234077" y="19925"/>
                  <a:pt x="232400" y="18284"/>
                </a:cubicBezTo>
                <a:cubicBezTo>
                  <a:pt x="230724" y="16642"/>
                  <a:pt x="228698" y="15472"/>
                  <a:pt x="226323" y="14774"/>
                </a:cubicBezTo>
                <a:cubicBezTo>
                  <a:pt x="223949" y="14075"/>
                  <a:pt x="221294" y="13726"/>
                  <a:pt x="218361" y="13726"/>
                </a:cubicBezTo>
                <a:close/>
                <a:moveTo>
                  <a:pt x="129702" y="13726"/>
                </a:moveTo>
                <a:lnTo>
                  <a:pt x="129702" y="57103"/>
                </a:lnTo>
                <a:lnTo>
                  <a:pt x="132636" y="57103"/>
                </a:lnTo>
                <a:cubicBezTo>
                  <a:pt x="135569" y="57103"/>
                  <a:pt x="138224" y="56719"/>
                  <a:pt x="140598" y="55950"/>
                </a:cubicBezTo>
                <a:cubicBezTo>
                  <a:pt x="142973" y="55182"/>
                  <a:pt x="144999" y="53942"/>
                  <a:pt x="146675" y="52231"/>
                </a:cubicBezTo>
                <a:cubicBezTo>
                  <a:pt x="148352" y="50519"/>
                  <a:pt x="149661" y="48267"/>
                  <a:pt x="150604" y="45473"/>
                </a:cubicBezTo>
                <a:cubicBezTo>
                  <a:pt x="151547" y="42679"/>
                  <a:pt x="152019" y="39221"/>
                  <a:pt x="152019" y="35100"/>
                </a:cubicBezTo>
                <a:cubicBezTo>
                  <a:pt x="152019" y="31049"/>
                  <a:pt x="151547" y="27644"/>
                  <a:pt x="150604" y="24884"/>
                </a:cubicBezTo>
                <a:cubicBezTo>
                  <a:pt x="149661" y="22125"/>
                  <a:pt x="148352" y="19925"/>
                  <a:pt x="146675" y="18284"/>
                </a:cubicBezTo>
                <a:cubicBezTo>
                  <a:pt x="144999" y="16642"/>
                  <a:pt x="142973" y="15472"/>
                  <a:pt x="140598" y="14774"/>
                </a:cubicBezTo>
                <a:cubicBezTo>
                  <a:pt x="138224" y="14075"/>
                  <a:pt x="135569" y="13726"/>
                  <a:pt x="132636" y="13726"/>
                </a:cubicBezTo>
                <a:close/>
                <a:moveTo>
                  <a:pt x="491652" y="13516"/>
                </a:moveTo>
                <a:lnTo>
                  <a:pt x="491652" y="32690"/>
                </a:lnTo>
                <a:lnTo>
                  <a:pt x="499615" y="32690"/>
                </a:lnTo>
                <a:cubicBezTo>
                  <a:pt x="503666" y="32690"/>
                  <a:pt x="506757" y="31835"/>
                  <a:pt x="508887" y="30123"/>
                </a:cubicBezTo>
                <a:cubicBezTo>
                  <a:pt x="511018" y="28412"/>
                  <a:pt x="512083" y="25880"/>
                  <a:pt x="512083" y="22527"/>
                </a:cubicBezTo>
                <a:cubicBezTo>
                  <a:pt x="512083" y="19174"/>
                  <a:pt x="511018" y="16834"/>
                  <a:pt x="508887" y="15507"/>
                </a:cubicBezTo>
                <a:cubicBezTo>
                  <a:pt x="506757" y="14180"/>
                  <a:pt x="503666" y="13516"/>
                  <a:pt x="499615" y="13516"/>
                </a:cubicBezTo>
                <a:close/>
                <a:moveTo>
                  <a:pt x="282102" y="13516"/>
                </a:moveTo>
                <a:lnTo>
                  <a:pt x="282102" y="32690"/>
                </a:lnTo>
                <a:lnTo>
                  <a:pt x="290065" y="32690"/>
                </a:lnTo>
                <a:cubicBezTo>
                  <a:pt x="294116" y="32690"/>
                  <a:pt x="297207" y="31835"/>
                  <a:pt x="299337" y="30123"/>
                </a:cubicBezTo>
                <a:cubicBezTo>
                  <a:pt x="301468" y="28412"/>
                  <a:pt x="302533" y="25880"/>
                  <a:pt x="302533" y="22527"/>
                </a:cubicBezTo>
                <a:cubicBezTo>
                  <a:pt x="302533" y="19174"/>
                  <a:pt x="301468" y="16834"/>
                  <a:pt x="299337" y="15507"/>
                </a:cubicBezTo>
                <a:cubicBezTo>
                  <a:pt x="297207" y="14180"/>
                  <a:pt x="294116" y="13516"/>
                  <a:pt x="290065" y="13516"/>
                </a:cubicBezTo>
                <a:close/>
                <a:moveTo>
                  <a:pt x="476250" y="1258"/>
                </a:moveTo>
                <a:lnTo>
                  <a:pt x="500872" y="1258"/>
                </a:lnTo>
                <a:cubicBezTo>
                  <a:pt x="504504" y="1258"/>
                  <a:pt x="507909" y="1607"/>
                  <a:pt x="511088" y="2305"/>
                </a:cubicBezTo>
                <a:cubicBezTo>
                  <a:pt x="514266" y="3004"/>
                  <a:pt x="517042" y="4174"/>
                  <a:pt x="519417" y="5815"/>
                </a:cubicBezTo>
                <a:cubicBezTo>
                  <a:pt x="521792" y="7457"/>
                  <a:pt x="523678" y="9640"/>
                  <a:pt x="525075" y="12364"/>
                </a:cubicBezTo>
                <a:cubicBezTo>
                  <a:pt x="526472" y="15088"/>
                  <a:pt x="527171" y="18476"/>
                  <a:pt x="527171" y="22527"/>
                </a:cubicBezTo>
                <a:cubicBezTo>
                  <a:pt x="527171" y="27556"/>
                  <a:pt x="526070" y="31695"/>
                  <a:pt x="523870" y="34943"/>
                </a:cubicBezTo>
                <a:cubicBezTo>
                  <a:pt x="521670" y="38191"/>
                  <a:pt x="518719" y="40618"/>
                  <a:pt x="515017" y="42225"/>
                </a:cubicBezTo>
                <a:lnTo>
                  <a:pt x="530523" y="69571"/>
                </a:lnTo>
                <a:lnTo>
                  <a:pt x="513235" y="69571"/>
                </a:lnTo>
                <a:lnTo>
                  <a:pt x="500139" y="44949"/>
                </a:lnTo>
                <a:lnTo>
                  <a:pt x="491652" y="44949"/>
                </a:lnTo>
                <a:lnTo>
                  <a:pt x="491652" y="69571"/>
                </a:lnTo>
                <a:lnTo>
                  <a:pt x="476250" y="69571"/>
                </a:lnTo>
                <a:close/>
                <a:moveTo>
                  <a:pt x="419100" y="1258"/>
                </a:moveTo>
                <a:lnTo>
                  <a:pt x="461848" y="1258"/>
                </a:lnTo>
                <a:lnTo>
                  <a:pt x="461848" y="14250"/>
                </a:lnTo>
                <a:lnTo>
                  <a:pt x="434502" y="14250"/>
                </a:lnTo>
                <a:lnTo>
                  <a:pt x="434502" y="27975"/>
                </a:lnTo>
                <a:lnTo>
                  <a:pt x="457762" y="27975"/>
                </a:lnTo>
                <a:lnTo>
                  <a:pt x="457762" y="40863"/>
                </a:lnTo>
                <a:lnTo>
                  <a:pt x="434502" y="40863"/>
                </a:lnTo>
                <a:lnTo>
                  <a:pt x="434502" y="56579"/>
                </a:lnTo>
                <a:lnTo>
                  <a:pt x="462896" y="56579"/>
                </a:lnTo>
                <a:lnTo>
                  <a:pt x="462896" y="69571"/>
                </a:lnTo>
                <a:lnTo>
                  <a:pt x="419100" y="69571"/>
                </a:lnTo>
                <a:close/>
                <a:moveTo>
                  <a:pt x="353149" y="1258"/>
                </a:moveTo>
                <a:lnTo>
                  <a:pt x="369494" y="1258"/>
                </a:lnTo>
                <a:lnTo>
                  <a:pt x="377666" y="33109"/>
                </a:lnTo>
                <a:cubicBezTo>
                  <a:pt x="378714" y="36881"/>
                  <a:pt x="379639" y="40531"/>
                  <a:pt x="380443" y="44058"/>
                </a:cubicBezTo>
                <a:cubicBezTo>
                  <a:pt x="381246" y="47586"/>
                  <a:pt x="382171" y="51235"/>
                  <a:pt x="383219" y="55007"/>
                </a:cubicBezTo>
                <a:lnTo>
                  <a:pt x="383638" y="55007"/>
                </a:lnTo>
                <a:cubicBezTo>
                  <a:pt x="384616" y="51235"/>
                  <a:pt x="385524" y="47586"/>
                  <a:pt x="386363" y="44058"/>
                </a:cubicBezTo>
                <a:cubicBezTo>
                  <a:pt x="387201" y="40531"/>
                  <a:pt x="388109" y="36881"/>
                  <a:pt x="389087" y="33109"/>
                </a:cubicBezTo>
                <a:lnTo>
                  <a:pt x="397154" y="1258"/>
                </a:lnTo>
                <a:lnTo>
                  <a:pt x="412871" y="1258"/>
                </a:lnTo>
                <a:lnTo>
                  <a:pt x="392335" y="69571"/>
                </a:lnTo>
                <a:lnTo>
                  <a:pt x="373789" y="69571"/>
                </a:lnTo>
                <a:close/>
                <a:moveTo>
                  <a:pt x="333375" y="1258"/>
                </a:moveTo>
                <a:lnTo>
                  <a:pt x="348777" y="1258"/>
                </a:lnTo>
                <a:lnTo>
                  <a:pt x="348777" y="69571"/>
                </a:lnTo>
                <a:lnTo>
                  <a:pt x="333375" y="69571"/>
                </a:lnTo>
                <a:close/>
                <a:moveTo>
                  <a:pt x="266700" y="1258"/>
                </a:moveTo>
                <a:lnTo>
                  <a:pt x="291322" y="1258"/>
                </a:lnTo>
                <a:cubicBezTo>
                  <a:pt x="294954" y="1258"/>
                  <a:pt x="298359" y="1607"/>
                  <a:pt x="301538" y="2305"/>
                </a:cubicBezTo>
                <a:cubicBezTo>
                  <a:pt x="304716" y="3004"/>
                  <a:pt x="307492" y="4174"/>
                  <a:pt x="309867" y="5815"/>
                </a:cubicBezTo>
                <a:cubicBezTo>
                  <a:pt x="312242" y="7457"/>
                  <a:pt x="314128" y="9640"/>
                  <a:pt x="315525" y="12364"/>
                </a:cubicBezTo>
                <a:cubicBezTo>
                  <a:pt x="316922" y="15088"/>
                  <a:pt x="317621" y="18476"/>
                  <a:pt x="317621" y="22527"/>
                </a:cubicBezTo>
                <a:cubicBezTo>
                  <a:pt x="317621" y="27556"/>
                  <a:pt x="316520" y="31695"/>
                  <a:pt x="314320" y="34943"/>
                </a:cubicBezTo>
                <a:cubicBezTo>
                  <a:pt x="312120" y="38191"/>
                  <a:pt x="309169" y="40618"/>
                  <a:pt x="305467" y="42225"/>
                </a:cubicBezTo>
                <a:lnTo>
                  <a:pt x="320973" y="69571"/>
                </a:lnTo>
                <a:lnTo>
                  <a:pt x="303685" y="69571"/>
                </a:lnTo>
                <a:lnTo>
                  <a:pt x="290589" y="44949"/>
                </a:lnTo>
                <a:lnTo>
                  <a:pt x="282102" y="44949"/>
                </a:lnTo>
                <a:lnTo>
                  <a:pt x="282102" y="69571"/>
                </a:lnTo>
                <a:lnTo>
                  <a:pt x="266700" y="69571"/>
                </a:lnTo>
                <a:close/>
                <a:moveTo>
                  <a:pt x="200025" y="1258"/>
                </a:moveTo>
                <a:lnTo>
                  <a:pt x="219303" y="1258"/>
                </a:lnTo>
                <a:cubicBezTo>
                  <a:pt x="224542" y="1258"/>
                  <a:pt x="229257" y="1921"/>
                  <a:pt x="233448" y="3248"/>
                </a:cubicBezTo>
                <a:cubicBezTo>
                  <a:pt x="237639" y="4576"/>
                  <a:pt x="241236" y="6619"/>
                  <a:pt x="244240" y="9378"/>
                </a:cubicBezTo>
                <a:cubicBezTo>
                  <a:pt x="247243" y="12137"/>
                  <a:pt x="249549" y="15647"/>
                  <a:pt x="251155" y="19908"/>
                </a:cubicBezTo>
                <a:cubicBezTo>
                  <a:pt x="252762" y="24169"/>
                  <a:pt x="253565" y="29233"/>
                  <a:pt x="253565" y="35100"/>
                </a:cubicBezTo>
                <a:cubicBezTo>
                  <a:pt x="253565" y="40967"/>
                  <a:pt x="252762" y="46067"/>
                  <a:pt x="251155" y="50397"/>
                </a:cubicBezTo>
                <a:cubicBezTo>
                  <a:pt x="249549" y="54728"/>
                  <a:pt x="247278" y="58308"/>
                  <a:pt x="244345" y="61137"/>
                </a:cubicBezTo>
                <a:cubicBezTo>
                  <a:pt x="241411" y="63966"/>
                  <a:pt x="237901" y="66079"/>
                  <a:pt x="233815" y="67476"/>
                </a:cubicBezTo>
                <a:cubicBezTo>
                  <a:pt x="229729" y="68873"/>
                  <a:pt x="225171" y="69571"/>
                  <a:pt x="220142" y="69571"/>
                </a:cubicBezTo>
                <a:lnTo>
                  <a:pt x="200025" y="69571"/>
                </a:lnTo>
                <a:close/>
                <a:moveTo>
                  <a:pt x="114300" y="1258"/>
                </a:moveTo>
                <a:lnTo>
                  <a:pt x="133579" y="1258"/>
                </a:lnTo>
                <a:cubicBezTo>
                  <a:pt x="138817" y="1258"/>
                  <a:pt x="143532" y="1921"/>
                  <a:pt x="147723" y="3248"/>
                </a:cubicBezTo>
                <a:cubicBezTo>
                  <a:pt x="151914" y="4576"/>
                  <a:pt x="155511" y="6619"/>
                  <a:pt x="158515" y="9378"/>
                </a:cubicBezTo>
                <a:cubicBezTo>
                  <a:pt x="161519" y="12137"/>
                  <a:pt x="163824" y="15647"/>
                  <a:pt x="165430" y="19908"/>
                </a:cubicBezTo>
                <a:cubicBezTo>
                  <a:pt x="167037" y="24169"/>
                  <a:pt x="167840" y="29233"/>
                  <a:pt x="167840" y="35100"/>
                </a:cubicBezTo>
                <a:cubicBezTo>
                  <a:pt x="167840" y="40967"/>
                  <a:pt x="167037" y="46067"/>
                  <a:pt x="165430" y="50397"/>
                </a:cubicBezTo>
                <a:cubicBezTo>
                  <a:pt x="163824" y="54728"/>
                  <a:pt x="161553" y="58308"/>
                  <a:pt x="158620" y="61137"/>
                </a:cubicBezTo>
                <a:cubicBezTo>
                  <a:pt x="155686" y="63966"/>
                  <a:pt x="152176" y="66079"/>
                  <a:pt x="148090" y="67476"/>
                </a:cubicBezTo>
                <a:cubicBezTo>
                  <a:pt x="144004" y="68873"/>
                  <a:pt x="139446" y="69571"/>
                  <a:pt x="134417" y="69571"/>
                </a:cubicBezTo>
                <a:lnTo>
                  <a:pt x="114300" y="69571"/>
                </a:lnTo>
                <a:close/>
                <a:moveTo>
                  <a:pt x="57150" y="1258"/>
                </a:moveTo>
                <a:lnTo>
                  <a:pt x="99898" y="1258"/>
                </a:lnTo>
                <a:lnTo>
                  <a:pt x="99898" y="14250"/>
                </a:lnTo>
                <a:lnTo>
                  <a:pt x="72552" y="14250"/>
                </a:lnTo>
                <a:lnTo>
                  <a:pt x="72552" y="27975"/>
                </a:lnTo>
                <a:lnTo>
                  <a:pt x="95812" y="27975"/>
                </a:lnTo>
                <a:lnTo>
                  <a:pt x="95812" y="40863"/>
                </a:lnTo>
                <a:lnTo>
                  <a:pt x="72552" y="40863"/>
                </a:lnTo>
                <a:lnTo>
                  <a:pt x="72552" y="56579"/>
                </a:lnTo>
                <a:lnTo>
                  <a:pt x="100946" y="56579"/>
                </a:lnTo>
                <a:lnTo>
                  <a:pt x="100946" y="69571"/>
                </a:lnTo>
                <a:lnTo>
                  <a:pt x="57150" y="69571"/>
                </a:lnTo>
                <a:close/>
                <a:moveTo>
                  <a:pt x="0" y="1258"/>
                </a:moveTo>
                <a:lnTo>
                  <a:pt x="15402" y="1258"/>
                </a:lnTo>
                <a:lnTo>
                  <a:pt x="15402" y="56579"/>
                </a:lnTo>
                <a:lnTo>
                  <a:pt x="42434" y="56579"/>
                </a:lnTo>
                <a:lnTo>
                  <a:pt x="42434" y="69571"/>
                </a:lnTo>
                <a:lnTo>
                  <a:pt x="0" y="69571"/>
                </a:lnTo>
                <a:close/>
                <a:moveTo>
                  <a:pt x="565556" y="0"/>
                </a:moveTo>
                <a:cubicBezTo>
                  <a:pt x="569538" y="0"/>
                  <a:pt x="573467" y="769"/>
                  <a:pt x="577343" y="2305"/>
                </a:cubicBezTo>
                <a:cubicBezTo>
                  <a:pt x="581220" y="3842"/>
                  <a:pt x="584625" y="6077"/>
                  <a:pt x="587559" y="9011"/>
                </a:cubicBezTo>
                <a:lnTo>
                  <a:pt x="579701" y="18755"/>
                </a:lnTo>
                <a:cubicBezTo>
                  <a:pt x="577466" y="17009"/>
                  <a:pt x="575231" y="15664"/>
                  <a:pt x="572995" y="14721"/>
                </a:cubicBezTo>
                <a:cubicBezTo>
                  <a:pt x="570760" y="13778"/>
                  <a:pt x="568280" y="13307"/>
                  <a:pt x="565556" y="13307"/>
                </a:cubicBezTo>
                <a:cubicBezTo>
                  <a:pt x="562902" y="13307"/>
                  <a:pt x="560789" y="13848"/>
                  <a:pt x="559217" y="14931"/>
                </a:cubicBezTo>
                <a:cubicBezTo>
                  <a:pt x="557646" y="16014"/>
                  <a:pt x="556860" y="17533"/>
                  <a:pt x="556860" y="19489"/>
                </a:cubicBezTo>
                <a:cubicBezTo>
                  <a:pt x="556860" y="20536"/>
                  <a:pt x="557122" y="21427"/>
                  <a:pt x="557646" y="22160"/>
                </a:cubicBezTo>
                <a:cubicBezTo>
                  <a:pt x="558170" y="22894"/>
                  <a:pt x="558903" y="23557"/>
                  <a:pt x="559846" y="24151"/>
                </a:cubicBezTo>
                <a:cubicBezTo>
                  <a:pt x="560789" y="24745"/>
                  <a:pt x="561889" y="25304"/>
                  <a:pt x="563146" y="25827"/>
                </a:cubicBezTo>
                <a:cubicBezTo>
                  <a:pt x="564404" y="26351"/>
                  <a:pt x="565766" y="26928"/>
                  <a:pt x="567233" y="27556"/>
                </a:cubicBezTo>
                <a:lnTo>
                  <a:pt x="576034" y="31119"/>
                </a:lnTo>
                <a:cubicBezTo>
                  <a:pt x="580225" y="32795"/>
                  <a:pt x="583525" y="35100"/>
                  <a:pt x="585935" y="38034"/>
                </a:cubicBezTo>
                <a:cubicBezTo>
                  <a:pt x="588345" y="40967"/>
                  <a:pt x="589550" y="44844"/>
                  <a:pt x="589550" y="49664"/>
                </a:cubicBezTo>
                <a:cubicBezTo>
                  <a:pt x="589550" y="52528"/>
                  <a:pt x="588974" y="55234"/>
                  <a:pt x="587821" y="57784"/>
                </a:cubicBezTo>
                <a:cubicBezTo>
                  <a:pt x="586669" y="60333"/>
                  <a:pt x="584992" y="62569"/>
                  <a:pt x="582792" y="64489"/>
                </a:cubicBezTo>
                <a:cubicBezTo>
                  <a:pt x="580592" y="66410"/>
                  <a:pt x="577885" y="67947"/>
                  <a:pt x="574672" y="69100"/>
                </a:cubicBezTo>
                <a:cubicBezTo>
                  <a:pt x="571459" y="70252"/>
                  <a:pt x="567826" y="70828"/>
                  <a:pt x="563775" y="70828"/>
                </a:cubicBezTo>
                <a:cubicBezTo>
                  <a:pt x="559305" y="70828"/>
                  <a:pt x="554852" y="70008"/>
                  <a:pt x="550416" y="68366"/>
                </a:cubicBezTo>
                <a:cubicBezTo>
                  <a:pt x="545981" y="66725"/>
                  <a:pt x="542017" y="64262"/>
                  <a:pt x="538524" y="60979"/>
                </a:cubicBezTo>
                <a:lnTo>
                  <a:pt x="547325" y="50397"/>
                </a:lnTo>
                <a:cubicBezTo>
                  <a:pt x="549770" y="52493"/>
                  <a:pt x="552477" y="54204"/>
                  <a:pt x="555446" y="55531"/>
                </a:cubicBezTo>
                <a:cubicBezTo>
                  <a:pt x="558414" y="56858"/>
                  <a:pt x="561330" y="57522"/>
                  <a:pt x="564194" y="57522"/>
                </a:cubicBezTo>
                <a:cubicBezTo>
                  <a:pt x="567407" y="57522"/>
                  <a:pt x="569800" y="56928"/>
                  <a:pt x="571371" y="55741"/>
                </a:cubicBezTo>
                <a:cubicBezTo>
                  <a:pt x="572943" y="54553"/>
                  <a:pt x="573729" y="52947"/>
                  <a:pt x="573729" y="50921"/>
                </a:cubicBezTo>
                <a:cubicBezTo>
                  <a:pt x="573729" y="49873"/>
                  <a:pt x="573502" y="48965"/>
                  <a:pt x="573048" y="48197"/>
                </a:cubicBezTo>
                <a:cubicBezTo>
                  <a:pt x="572594" y="47429"/>
                  <a:pt x="571930" y="46748"/>
                  <a:pt x="571057" y="46154"/>
                </a:cubicBezTo>
                <a:cubicBezTo>
                  <a:pt x="570184" y="45560"/>
                  <a:pt x="569136" y="45001"/>
                  <a:pt x="567914" y="44477"/>
                </a:cubicBezTo>
                <a:cubicBezTo>
                  <a:pt x="566691" y="43954"/>
                  <a:pt x="565347" y="43377"/>
                  <a:pt x="563880" y="42749"/>
                </a:cubicBezTo>
                <a:lnTo>
                  <a:pt x="554974" y="38977"/>
                </a:lnTo>
                <a:cubicBezTo>
                  <a:pt x="553228" y="38278"/>
                  <a:pt x="551534" y="37370"/>
                  <a:pt x="549892" y="36253"/>
                </a:cubicBezTo>
                <a:cubicBezTo>
                  <a:pt x="548251" y="35135"/>
                  <a:pt x="546784" y="33825"/>
                  <a:pt x="545492" y="32324"/>
                </a:cubicBezTo>
                <a:cubicBezTo>
                  <a:pt x="544200" y="30822"/>
                  <a:pt x="543169" y="29075"/>
                  <a:pt x="542401" y="27085"/>
                </a:cubicBezTo>
                <a:cubicBezTo>
                  <a:pt x="541633" y="25094"/>
                  <a:pt x="541249" y="22841"/>
                  <a:pt x="541249" y="20327"/>
                </a:cubicBezTo>
                <a:cubicBezTo>
                  <a:pt x="541249" y="17533"/>
                  <a:pt x="541842" y="14896"/>
                  <a:pt x="543030" y="12416"/>
                </a:cubicBezTo>
                <a:cubicBezTo>
                  <a:pt x="544217" y="9937"/>
                  <a:pt x="545894" y="7771"/>
                  <a:pt x="548059" y="5920"/>
                </a:cubicBezTo>
                <a:cubicBezTo>
                  <a:pt x="550224" y="4069"/>
                  <a:pt x="552791" y="2620"/>
                  <a:pt x="555760" y="1572"/>
                </a:cubicBezTo>
                <a:cubicBezTo>
                  <a:pt x="558728" y="524"/>
                  <a:pt x="561994" y="0"/>
                  <a:pt x="56555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2">
            <a:alphaModFix/>
          </a:blip>
          <a:srcRect b="640"/>
          <a:stretch/>
        </p:blipFill>
        <p:spPr>
          <a:xfrm>
            <a:off x="0" y="1555093"/>
            <a:ext cx="12192000" cy="2585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9"/>
          <p:cNvPicPr preferRelativeResize="0"/>
          <p:nvPr/>
        </p:nvPicPr>
        <p:blipFill rotWithShape="1">
          <a:blip r:embed="rId4">
            <a:alphaModFix/>
          </a:blip>
          <a:srcRect l="18348" r="63120"/>
          <a:stretch/>
        </p:blipFill>
        <p:spPr>
          <a:xfrm>
            <a:off x="9371723" y="534338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Gate Title Slide">
  <p:cSld name="Gate Title Slide">
    <p:bg>
      <p:bgPr>
        <a:solidFill>
          <a:schemeClr val="lt2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9782148" y="644290"/>
            <a:ext cx="866597" cy="94437"/>
          </a:xfrm>
          <a:custGeom>
            <a:avLst/>
            <a:gdLst/>
            <a:ahLst/>
            <a:cxnLst/>
            <a:rect l="l" t="t" r="r" b="b"/>
            <a:pathLst>
              <a:path w="649948" h="70828" extrusionOk="0">
                <a:moveTo>
                  <a:pt x="275825" y="13726"/>
                </a:moveTo>
                <a:lnTo>
                  <a:pt x="275825" y="57103"/>
                </a:lnTo>
                <a:lnTo>
                  <a:pt x="278759" y="57103"/>
                </a:lnTo>
                <a:cubicBezTo>
                  <a:pt x="281692" y="57103"/>
                  <a:pt x="284347" y="56719"/>
                  <a:pt x="286721" y="55950"/>
                </a:cubicBezTo>
                <a:cubicBezTo>
                  <a:pt x="289096" y="55182"/>
                  <a:pt x="291122" y="53942"/>
                  <a:pt x="292798" y="52231"/>
                </a:cubicBezTo>
                <a:cubicBezTo>
                  <a:pt x="294475" y="50519"/>
                  <a:pt x="295784" y="48267"/>
                  <a:pt x="296727" y="45473"/>
                </a:cubicBezTo>
                <a:cubicBezTo>
                  <a:pt x="297670" y="42679"/>
                  <a:pt x="298142" y="39221"/>
                  <a:pt x="298142" y="35100"/>
                </a:cubicBezTo>
                <a:cubicBezTo>
                  <a:pt x="298142" y="31049"/>
                  <a:pt x="297670" y="27644"/>
                  <a:pt x="296727" y="24884"/>
                </a:cubicBezTo>
                <a:cubicBezTo>
                  <a:pt x="295784" y="22125"/>
                  <a:pt x="294475" y="19925"/>
                  <a:pt x="292798" y="18284"/>
                </a:cubicBezTo>
                <a:cubicBezTo>
                  <a:pt x="291122" y="16642"/>
                  <a:pt x="289096" y="15472"/>
                  <a:pt x="286721" y="14774"/>
                </a:cubicBezTo>
                <a:cubicBezTo>
                  <a:pt x="284347" y="14075"/>
                  <a:pt x="281692" y="13726"/>
                  <a:pt x="278759" y="13726"/>
                </a:cubicBezTo>
                <a:close/>
                <a:moveTo>
                  <a:pt x="552050" y="13516"/>
                </a:moveTo>
                <a:lnTo>
                  <a:pt x="552050" y="32690"/>
                </a:lnTo>
                <a:lnTo>
                  <a:pt x="560013" y="32690"/>
                </a:lnTo>
                <a:cubicBezTo>
                  <a:pt x="564064" y="32690"/>
                  <a:pt x="567155" y="31835"/>
                  <a:pt x="569285" y="30123"/>
                </a:cubicBezTo>
                <a:cubicBezTo>
                  <a:pt x="571416" y="28412"/>
                  <a:pt x="572481" y="25880"/>
                  <a:pt x="572481" y="22527"/>
                </a:cubicBezTo>
                <a:cubicBezTo>
                  <a:pt x="572481" y="19174"/>
                  <a:pt x="571416" y="16834"/>
                  <a:pt x="569285" y="15507"/>
                </a:cubicBezTo>
                <a:cubicBezTo>
                  <a:pt x="567155" y="14180"/>
                  <a:pt x="564064" y="13516"/>
                  <a:pt x="560013" y="13516"/>
                </a:cubicBezTo>
                <a:close/>
                <a:moveTo>
                  <a:pt x="342500" y="13516"/>
                </a:moveTo>
                <a:lnTo>
                  <a:pt x="342500" y="32690"/>
                </a:lnTo>
                <a:lnTo>
                  <a:pt x="350463" y="32690"/>
                </a:lnTo>
                <a:cubicBezTo>
                  <a:pt x="354514" y="32690"/>
                  <a:pt x="357605" y="31835"/>
                  <a:pt x="359735" y="30123"/>
                </a:cubicBezTo>
                <a:cubicBezTo>
                  <a:pt x="361866" y="28412"/>
                  <a:pt x="362931" y="25880"/>
                  <a:pt x="362931" y="22527"/>
                </a:cubicBezTo>
                <a:cubicBezTo>
                  <a:pt x="362931" y="19174"/>
                  <a:pt x="361866" y="16834"/>
                  <a:pt x="359735" y="15507"/>
                </a:cubicBezTo>
                <a:cubicBezTo>
                  <a:pt x="357605" y="14180"/>
                  <a:pt x="354514" y="13516"/>
                  <a:pt x="350463" y="13516"/>
                </a:cubicBezTo>
                <a:close/>
                <a:moveTo>
                  <a:pt x="91297" y="12993"/>
                </a:moveTo>
                <a:cubicBezTo>
                  <a:pt x="90459" y="16625"/>
                  <a:pt x="89603" y="20344"/>
                  <a:pt x="88730" y="24151"/>
                </a:cubicBezTo>
                <a:cubicBezTo>
                  <a:pt x="87857" y="27958"/>
                  <a:pt x="86931" y="31573"/>
                  <a:pt x="85954" y="34995"/>
                </a:cubicBezTo>
                <a:lnTo>
                  <a:pt x="84277" y="41282"/>
                </a:lnTo>
                <a:lnTo>
                  <a:pt x="98841" y="41282"/>
                </a:lnTo>
                <a:lnTo>
                  <a:pt x="97269" y="34995"/>
                </a:lnTo>
                <a:cubicBezTo>
                  <a:pt x="96291" y="31573"/>
                  <a:pt x="95348" y="27940"/>
                  <a:pt x="94440" y="24099"/>
                </a:cubicBezTo>
                <a:cubicBezTo>
                  <a:pt x="93532" y="20257"/>
                  <a:pt x="92624" y="16555"/>
                  <a:pt x="91716" y="12993"/>
                </a:cubicBezTo>
                <a:close/>
                <a:moveTo>
                  <a:pt x="536648" y="1258"/>
                </a:moveTo>
                <a:lnTo>
                  <a:pt x="561270" y="1258"/>
                </a:lnTo>
                <a:cubicBezTo>
                  <a:pt x="564902" y="1258"/>
                  <a:pt x="568307" y="1607"/>
                  <a:pt x="571486" y="2305"/>
                </a:cubicBezTo>
                <a:cubicBezTo>
                  <a:pt x="574664" y="3004"/>
                  <a:pt x="577440" y="4174"/>
                  <a:pt x="579815" y="5815"/>
                </a:cubicBezTo>
                <a:cubicBezTo>
                  <a:pt x="582190" y="7457"/>
                  <a:pt x="584076" y="9640"/>
                  <a:pt x="585473" y="12364"/>
                </a:cubicBezTo>
                <a:cubicBezTo>
                  <a:pt x="586870" y="15088"/>
                  <a:pt x="587569" y="18476"/>
                  <a:pt x="587569" y="22527"/>
                </a:cubicBezTo>
                <a:cubicBezTo>
                  <a:pt x="587569" y="27556"/>
                  <a:pt x="586468" y="31695"/>
                  <a:pt x="584268" y="34943"/>
                </a:cubicBezTo>
                <a:cubicBezTo>
                  <a:pt x="582068" y="38191"/>
                  <a:pt x="579117" y="40618"/>
                  <a:pt x="575415" y="42225"/>
                </a:cubicBezTo>
                <a:lnTo>
                  <a:pt x="590921" y="69571"/>
                </a:lnTo>
                <a:lnTo>
                  <a:pt x="573633" y="69571"/>
                </a:lnTo>
                <a:lnTo>
                  <a:pt x="560537" y="44949"/>
                </a:lnTo>
                <a:lnTo>
                  <a:pt x="552050" y="44949"/>
                </a:lnTo>
                <a:lnTo>
                  <a:pt x="552050" y="69571"/>
                </a:lnTo>
                <a:lnTo>
                  <a:pt x="536648" y="69571"/>
                </a:lnTo>
                <a:close/>
                <a:moveTo>
                  <a:pt x="479498" y="1258"/>
                </a:moveTo>
                <a:lnTo>
                  <a:pt x="522246" y="1258"/>
                </a:lnTo>
                <a:lnTo>
                  <a:pt x="522246" y="14250"/>
                </a:lnTo>
                <a:lnTo>
                  <a:pt x="494900" y="14250"/>
                </a:lnTo>
                <a:lnTo>
                  <a:pt x="494900" y="27975"/>
                </a:lnTo>
                <a:lnTo>
                  <a:pt x="518160" y="27975"/>
                </a:lnTo>
                <a:lnTo>
                  <a:pt x="518160" y="40863"/>
                </a:lnTo>
                <a:lnTo>
                  <a:pt x="494900" y="40863"/>
                </a:lnTo>
                <a:lnTo>
                  <a:pt x="494900" y="56579"/>
                </a:lnTo>
                <a:lnTo>
                  <a:pt x="523294" y="56579"/>
                </a:lnTo>
                <a:lnTo>
                  <a:pt x="523294" y="69571"/>
                </a:lnTo>
                <a:lnTo>
                  <a:pt x="479498" y="69571"/>
                </a:lnTo>
                <a:close/>
                <a:moveTo>
                  <a:pt x="413547" y="1258"/>
                </a:moveTo>
                <a:lnTo>
                  <a:pt x="429892" y="1258"/>
                </a:lnTo>
                <a:lnTo>
                  <a:pt x="438064" y="33109"/>
                </a:lnTo>
                <a:cubicBezTo>
                  <a:pt x="439112" y="36881"/>
                  <a:pt x="440037" y="40531"/>
                  <a:pt x="440841" y="44058"/>
                </a:cubicBezTo>
                <a:cubicBezTo>
                  <a:pt x="441644" y="47586"/>
                  <a:pt x="442569" y="51235"/>
                  <a:pt x="443617" y="55007"/>
                </a:cubicBezTo>
                <a:lnTo>
                  <a:pt x="444036" y="55007"/>
                </a:lnTo>
                <a:cubicBezTo>
                  <a:pt x="445014" y="51235"/>
                  <a:pt x="445922" y="47586"/>
                  <a:pt x="446760" y="44058"/>
                </a:cubicBezTo>
                <a:cubicBezTo>
                  <a:pt x="447599" y="40531"/>
                  <a:pt x="448507" y="36881"/>
                  <a:pt x="449485" y="33109"/>
                </a:cubicBezTo>
                <a:lnTo>
                  <a:pt x="457552" y="1258"/>
                </a:lnTo>
                <a:lnTo>
                  <a:pt x="473269" y="1258"/>
                </a:lnTo>
                <a:lnTo>
                  <a:pt x="452733" y="69571"/>
                </a:lnTo>
                <a:lnTo>
                  <a:pt x="434187" y="69571"/>
                </a:lnTo>
                <a:close/>
                <a:moveTo>
                  <a:pt x="393773" y="1258"/>
                </a:moveTo>
                <a:lnTo>
                  <a:pt x="409175" y="1258"/>
                </a:lnTo>
                <a:lnTo>
                  <a:pt x="409175" y="69571"/>
                </a:lnTo>
                <a:lnTo>
                  <a:pt x="393773" y="69571"/>
                </a:lnTo>
                <a:close/>
                <a:moveTo>
                  <a:pt x="327098" y="1258"/>
                </a:moveTo>
                <a:lnTo>
                  <a:pt x="351720" y="1258"/>
                </a:lnTo>
                <a:cubicBezTo>
                  <a:pt x="355352" y="1258"/>
                  <a:pt x="358757" y="1607"/>
                  <a:pt x="361936" y="2305"/>
                </a:cubicBezTo>
                <a:cubicBezTo>
                  <a:pt x="365114" y="3004"/>
                  <a:pt x="367890" y="4174"/>
                  <a:pt x="370265" y="5815"/>
                </a:cubicBezTo>
                <a:cubicBezTo>
                  <a:pt x="372640" y="7457"/>
                  <a:pt x="374526" y="9640"/>
                  <a:pt x="375923" y="12364"/>
                </a:cubicBezTo>
                <a:cubicBezTo>
                  <a:pt x="377320" y="15088"/>
                  <a:pt x="378019" y="18476"/>
                  <a:pt x="378019" y="22527"/>
                </a:cubicBezTo>
                <a:cubicBezTo>
                  <a:pt x="378019" y="27556"/>
                  <a:pt x="376918" y="31695"/>
                  <a:pt x="374718" y="34943"/>
                </a:cubicBezTo>
                <a:cubicBezTo>
                  <a:pt x="372518" y="38191"/>
                  <a:pt x="369567" y="40618"/>
                  <a:pt x="365865" y="42225"/>
                </a:cubicBezTo>
                <a:lnTo>
                  <a:pt x="381371" y="69571"/>
                </a:lnTo>
                <a:lnTo>
                  <a:pt x="364083" y="69571"/>
                </a:lnTo>
                <a:lnTo>
                  <a:pt x="350987" y="44949"/>
                </a:lnTo>
                <a:lnTo>
                  <a:pt x="342500" y="44949"/>
                </a:lnTo>
                <a:lnTo>
                  <a:pt x="342500" y="69571"/>
                </a:lnTo>
                <a:lnTo>
                  <a:pt x="327098" y="69571"/>
                </a:lnTo>
                <a:close/>
                <a:moveTo>
                  <a:pt x="260423" y="1258"/>
                </a:moveTo>
                <a:lnTo>
                  <a:pt x="279702" y="1258"/>
                </a:lnTo>
                <a:cubicBezTo>
                  <a:pt x="284940" y="1258"/>
                  <a:pt x="289655" y="1921"/>
                  <a:pt x="293846" y="3248"/>
                </a:cubicBezTo>
                <a:cubicBezTo>
                  <a:pt x="298037" y="4576"/>
                  <a:pt x="301634" y="6619"/>
                  <a:pt x="304638" y="9378"/>
                </a:cubicBezTo>
                <a:cubicBezTo>
                  <a:pt x="307641" y="12137"/>
                  <a:pt x="309947" y="15647"/>
                  <a:pt x="311553" y="19908"/>
                </a:cubicBezTo>
                <a:cubicBezTo>
                  <a:pt x="313160" y="24169"/>
                  <a:pt x="313963" y="29233"/>
                  <a:pt x="313963" y="35100"/>
                </a:cubicBezTo>
                <a:cubicBezTo>
                  <a:pt x="313963" y="40967"/>
                  <a:pt x="313160" y="46067"/>
                  <a:pt x="311553" y="50397"/>
                </a:cubicBezTo>
                <a:cubicBezTo>
                  <a:pt x="309947" y="54728"/>
                  <a:pt x="307676" y="58308"/>
                  <a:pt x="304743" y="61137"/>
                </a:cubicBezTo>
                <a:cubicBezTo>
                  <a:pt x="301809" y="63966"/>
                  <a:pt x="298299" y="66079"/>
                  <a:pt x="294213" y="67476"/>
                </a:cubicBezTo>
                <a:cubicBezTo>
                  <a:pt x="290127" y="68873"/>
                  <a:pt x="285569" y="69571"/>
                  <a:pt x="280540" y="69571"/>
                </a:cubicBezTo>
                <a:lnTo>
                  <a:pt x="260423" y="69571"/>
                </a:lnTo>
                <a:close/>
                <a:moveTo>
                  <a:pt x="184223" y="1258"/>
                </a:moveTo>
                <a:lnTo>
                  <a:pt x="226971" y="1258"/>
                </a:lnTo>
                <a:lnTo>
                  <a:pt x="226971" y="14250"/>
                </a:lnTo>
                <a:lnTo>
                  <a:pt x="199625" y="14250"/>
                </a:lnTo>
                <a:lnTo>
                  <a:pt x="199625" y="27975"/>
                </a:lnTo>
                <a:lnTo>
                  <a:pt x="222885" y="27975"/>
                </a:lnTo>
                <a:lnTo>
                  <a:pt x="222885" y="40863"/>
                </a:lnTo>
                <a:lnTo>
                  <a:pt x="199625" y="40863"/>
                </a:lnTo>
                <a:lnTo>
                  <a:pt x="199625" y="56579"/>
                </a:lnTo>
                <a:lnTo>
                  <a:pt x="228019" y="56579"/>
                </a:lnTo>
                <a:lnTo>
                  <a:pt x="228019" y="69571"/>
                </a:lnTo>
                <a:lnTo>
                  <a:pt x="184223" y="69571"/>
                </a:lnTo>
                <a:close/>
                <a:moveTo>
                  <a:pt x="121625" y="1258"/>
                </a:moveTo>
                <a:lnTo>
                  <a:pt x="174641" y="1258"/>
                </a:lnTo>
                <a:lnTo>
                  <a:pt x="174641" y="14250"/>
                </a:lnTo>
                <a:lnTo>
                  <a:pt x="155886" y="14250"/>
                </a:lnTo>
                <a:lnTo>
                  <a:pt x="155886" y="69571"/>
                </a:lnTo>
                <a:lnTo>
                  <a:pt x="140379" y="69571"/>
                </a:lnTo>
                <a:lnTo>
                  <a:pt x="140379" y="14250"/>
                </a:lnTo>
                <a:lnTo>
                  <a:pt x="121625" y="14250"/>
                </a:lnTo>
                <a:close/>
                <a:moveTo>
                  <a:pt x="82601" y="1258"/>
                </a:moveTo>
                <a:lnTo>
                  <a:pt x="101146" y="1258"/>
                </a:lnTo>
                <a:lnTo>
                  <a:pt x="122520" y="69571"/>
                </a:lnTo>
                <a:lnTo>
                  <a:pt x="106175" y="69571"/>
                </a:lnTo>
                <a:lnTo>
                  <a:pt x="101984" y="53331"/>
                </a:lnTo>
                <a:lnTo>
                  <a:pt x="81134" y="53331"/>
                </a:lnTo>
                <a:lnTo>
                  <a:pt x="76943" y="69571"/>
                </a:lnTo>
                <a:lnTo>
                  <a:pt x="61227" y="69571"/>
                </a:lnTo>
                <a:close/>
                <a:moveTo>
                  <a:pt x="625954" y="0"/>
                </a:moveTo>
                <a:cubicBezTo>
                  <a:pt x="629936" y="0"/>
                  <a:pt x="633865" y="769"/>
                  <a:pt x="637741" y="2305"/>
                </a:cubicBezTo>
                <a:cubicBezTo>
                  <a:pt x="641618" y="3842"/>
                  <a:pt x="645023" y="6077"/>
                  <a:pt x="647957" y="9011"/>
                </a:cubicBezTo>
                <a:lnTo>
                  <a:pt x="640099" y="18755"/>
                </a:lnTo>
                <a:cubicBezTo>
                  <a:pt x="637864" y="17009"/>
                  <a:pt x="635628" y="15664"/>
                  <a:pt x="633393" y="14721"/>
                </a:cubicBezTo>
                <a:cubicBezTo>
                  <a:pt x="631158" y="13778"/>
                  <a:pt x="628678" y="13307"/>
                  <a:pt x="625954" y="13307"/>
                </a:cubicBezTo>
                <a:cubicBezTo>
                  <a:pt x="623300" y="13307"/>
                  <a:pt x="621187" y="13848"/>
                  <a:pt x="619615" y="14931"/>
                </a:cubicBezTo>
                <a:cubicBezTo>
                  <a:pt x="618044" y="16014"/>
                  <a:pt x="617258" y="17533"/>
                  <a:pt x="617258" y="19489"/>
                </a:cubicBezTo>
                <a:cubicBezTo>
                  <a:pt x="617258" y="20536"/>
                  <a:pt x="617520" y="21427"/>
                  <a:pt x="618044" y="22160"/>
                </a:cubicBezTo>
                <a:cubicBezTo>
                  <a:pt x="618568" y="22894"/>
                  <a:pt x="619301" y="23557"/>
                  <a:pt x="620244" y="24151"/>
                </a:cubicBezTo>
                <a:cubicBezTo>
                  <a:pt x="621187" y="24745"/>
                  <a:pt x="622287" y="25304"/>
                  <a:pt x="623544" y="25827"/>
                </a:cubicBezTo>
                <a:cubicBezTo>
                  <a:pt x="624802" y="26351"/>
                  <a:pt x="626164" y="26928"/>
                  <a:pt x="627631" y="27556"/>
                </a:cubicBezTo>
                <a:lnTo>
                  <a:pt x="636432" y="31119"/>
                </a:lnTo>
                <a:cubicBezTo>
                  <a:pt x="640623" y="32795"/>
                  <a:pt x="643923" y="35100"/>
                  <a:pt x="646333" y="38034"/>
                </a:cubicBezTo>
                <a:cubicBezTo>
                  <a:pt x="648743" y="40967"/>
                  <a:pt x="649948" y="44844"/>
                  <a:pt x="649948" y="49664"/>
                </a:cubicBezTo>
                <a:cubicBezTo>
                  <a:pt x="649948" y="52528"/>
                  <a:pt x="649371" y="55234"/>
                  <a:pt x="648219" y="57784"/>
                </a:cubicBezTo>
                <a:cubicBezTo>
                  <a:pt x="647066" y="60333"/>
                  <a:pt x="645390" y="62569"/>
                  <a:pt x="643190" y="64489"/>
                </a:cubicBezTo>
                <a:cubicBezTo>
                  <a:pt x="640989" y="66410"/>
                  <a:pt x="638283" y="67947"/>
                  <a:pt x="635070" y="69100"/>
                </a:cubicBezTo>
                <a:cubicBezTo>
                  <a:pt x="631857" y="70252"/>
                  <a:pt x="628224" y="70828"/>
                  <a:pt x="624173" y="70828"/>
                </a:cubicBezTo>
                <a:cubicBezTo>
                  <a:pt x="619703" y="70828"/>
                  <a:pt x="615250" y="70008"/>
                  <a:pt x="610814" y="68366"/>
                </a:cubicBezTo>
                <a:cubicBezTo>
                  <a:pt x="606379" y="66725"/>
                  <a:pt x="602415" y="64262"/>
                  <a:pt x="598922" y="60979"/>
                </a:cubicBezTo>
                <a:lnTo>
                  <a:pt x="607723" y="50397"/>
                </a:lnTo>
                <a:cubicBezTo>
                  <a:pt x="610168" y="52493"/>
                  <a:pt x="612875" y="54204"/>
                  <a:pt x="615843" y="55531"/>
                </a:cubicBezTo>
                <a:cubicBezTo>
                  <a:pt x="618812" y="56858"/>
                  <a:pt x="621728" y="57522"/>
                  <a:pt x="624592" y="57522"/>
                </a:cubicBezTo>
                <a:cubicBezTo>
                  <a:pt x="627805" y="57522"/>
                  <a:pt x="630198" y="56928"/>
                  <a:pt x="631769" y="55741"/>
                </a:cubicBezTo>
                <a:cubicBezTo>
                  <a:pt x="633341" y="54553"/>
                  <a:pt x="634127" y="52947"/>
                  <a:pt x="634127" y="50921"/>
                </a:cubicBezTo>
                <a:cubicBezTo>
                  <a:pt x="634127" y="49873"/>
                  <a:pt x="633900" y="48965"/>
                  <a:pt x="633446" y="48197"/>
                </a:cubicBezTo>
                <a:cubicBezTo>
                  <a:pt x="632992" y="47429"/>
                  <a:pt x="632328" y="46748"/>
                  <a:pt x="631455" y="46154"/>
                </a:cubicBezTo>
                <a:cubicBezTo>
                  <a:pt x="630582" y="45560"/>
                  <a:pt x="629534" y="45001"/>
                  <a:pt x="628312" y="44477"/>
                </a:cubicBezTo>
                <a:cubicBezTo>
                  <a:pt x="627089" y="43954"/>
                  <a:pt x="625745" y="43377"/>
                  <a:pt x="624278" y="42749"/>
                </a:cubicBezTo>
                <a:lnTo>
                  <a:pt x="615372" y="38977"/>
                </a:lnTo>
                <a:cubicBezTo>
                  <a:pt x="613626" y="38278"/>
                  <a:pt x="611932" y="37370"/>
                  <a:pt x="610290" y="36253"/>
                </a:cubicBezTo>
                <a:cubicBezTo>
                  <a:pt x="608649" y="35135"/>
                  <a:pt x="607182" y="33825"/>
                  <a:pt x="605890" y="32324"/>
                </a:cubicBezTo>
                <a:cubicBezTo>
                  <a:pt x="604598" y="30822"/>
                  <a:pt x="603567" y="29075"/>
                  <a:pt x="602799" y="27085"/>
                </a:cubicBezTo>
                <a:cubicBezTo>
                  <a:pt x="602031" y="25094"/>
                  <a:pt x="601646" y="22841"/>
                  <a:pt x="601647" y="20327"/>
                </a:cubicBezTo>
                <a:cubicBezTo>
                  <a:pt x="601646" y="17533"/>
                  <a:pt x="602240" y="14896"/>
                  <a:pt x="603428" y="12416"/>
                </a:cubicBezTo>
                <a:cubicBezTo>
                  <a:pt x="604615" y="9937"/>
                  <a:pt x="606292" y="7771"/>
                  <a:pt x="608457" y="5920"/>
                </a:cubicBezTo>
                <a:cubicBezTo>
                  <a:pt x="610622" y="4069"/>
                  <a:pt x="613189" y="2620"/>
                  <a:pt x="616158" y="1572"/>
                </a:cubicBezTo>
                <a:cubicBezTo>
                  <a:pt x="619126" y="524"/>
                  <a:pt x="622392" y="0"/>
                  <a:pt x="625954" y="0"/>
                </a:cubicBezTo>
                <a:close/>
                <a:moveTo>
                  <a:pt x="33318" y="0"/>
                </a:moveTo>
                <a:cubicBezTo>
                  <a:pt x="38278" y="0"/>
                  <a:pt x="42539" y="908"/>
                  <a:pt x="46101" y="2725"/>
                </a:cubicBezTo>
                <a:cubicBezTo>
                  <a:pt x="49663" y="4541"/>
                  <a:pt x="52562" y="6601"/>
                  <a:pt x="54797" y="8906"/>
                </a:cubicBezTo>
                <a:lnTo>
                  <a:pt x="46730" y="18755"/>
                </a:lnTo>
                <a:cubicBezTo>
                  <a:pt x="44983" y="17218"/>
                  <a:pt x="43132" y="15926"/>
                  <a:pt x="41176" y="14878"/>
                </a:cubicBezTo>
                <a:cubicBezTo>
                  <a:pt x="39221" y="13831"/>
                  <a:pt x="36776" y="13307"/>
                  <a:pt x="33842" y="13307"/>
                </a:cubicBezTo>
                <a:cubicBezTo>
                  <a:pt x="31188" y="13307"/>
                  <a:pt x="28761" y="13813"/>
                  <a:pt x="26560" y="14826"/>
                </a:cubicBezTo>
                <a:cubicBezTo>
                  <a:pt x="24360" y="15839"/>
                  <a:pt x="22457" y="17288"/>
                  <a:pt x="20850" y="19174"/>
                </a:cubicBezTo>
                <a:cubicBezTo>
                  <a:pt x="19244" y="21060"/>
                  <a:pt x="18004" y="23365"/>
                  <a:pt x="17131" y="26089"/>
                </a:cubicBezTo>
                <a:cubicBezTo>
                  <a:pt x="16257" y="28814"/>
                  <a:pt x="15821" y="31887"/>
                  <a:pt x="15821" y="35310"/>
                </a:cubicBezTo>
                <a:cubicBezTo>
                  <a:pt x="15821" y="42364"/>
                  <a:pt x="17410" y="47830"/>
                  <a:pt x="20588" y="51707"/>
                </a:cubicBezTo>
                <a:cubicBezTo>
                  <a:pt x="23766" y="55584"/>
                  <a:pt x="28569" y="57522"/>
                  <a:pt x="34995" y="57522"/>
                </a:cubicBezTo>
                <a:cubicBezTo>
                  <a:pt x="36392" y="57522"/>
                  <a:pt x="37754" y="57347"/>
                  <a:pt x="39081" y="56998"/>
                </a:cubicBezTo>
                <a:cubicBezTo>
                  <a:pt x="40408" y="56649"/>
                  <a:pt x="41491" y="56125"/>
                  <a:pt x="42329" y="55426"/>
                </a:cubicBezTo>
                <a:lnTo>
                  <a:pt x="42329" y="43692"/>
                </a:lnTo>
                <a:lnTo>
                  <a:pt x="31013" y="43692"/>
                </a:lnTo>
                <a:lnTo>
                  <a:pt x="31013" y="31119"/>
                </a:lnTo>
                <a:lnTo>
                  <a:pt x="55950" y="31119"/>
                </a:lnTo>
                <a:lnTo>
                  <a:pt x="55950" y="62551"/>
                </a:lnTo>
                <a:cubicBezTo>
                  <a:pt x="53575" y="64856"/>
                  <a:pt x="50432" y="66812"/>
                  <a:pt x="46520" y="68419"/>
                </a:cubicBezTo>
                <a:cubicBezTo>
                  <a:pt x="42608" y="70025"/>
                  <a:pt x="38243" y="70828"/>
                  <a:pt x="33423" y="70828"/>
                </a:cubicBezTo>
                <a:cubicBezTo>
                  <a:pt x="28743" y="70828"/>
                  <a:pt x="24360" y="70077"/>
                  <a:pt x="20274" y="68576"/>
                </a:cubicBezTo>
                <a:cubicBezTo>
                  <a:pt x="16188" y="67074"/>
                  <a:pt x="12643" y="64856"/>
                  <a:pt x="9639" y="61922"/>
                </a:cubicBezTo>
                <a:cubicBezTo>
                  <a:pt x="6636" y="58989"/>
                  <a:pt x="4278" y="55339"/>
                  <a:pt x="2567" y="50973"/>
                </a:cubicBezTo>
                <a:cubicBezTo>
                  <a:pt x="856" y="46608"/>
                  <a:pt x="0" y="41561"/>
                  <a:pt x="0" y="35833"/>
                </a:cubicBezTo>
                <a:cubicBezTo>
                  <a:pt x="0" y="30176"/>
                  <a:pt x="873" y="25129"/>
                  <a:pt x="2619" y="20693"/>
                </a:cubicBezTo>
                <a:cubicBezTo>
                  <a:pt x="4366" y="16258"/>
                  <a:pt x="6758" y="12504"/>
                  <a:pt x="9796" y="9430"/>
                </a:cubicBezTo>
                <a:cubicBezTo>
                  <a:pt x="12835" y="6357"/>
                  <a:pt x="16380" y="4017"/>
                  <a:pt x="20431" y="2410"/>
                </a:cubicBezTo>
                <a:cubicBezTo>
                  <a:pt x="24482" y="804"/>
                  <a:pt x="28778" y="0"/>
                  <a:pt x="333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/>
          </a:blip>
          <a:srcRect b="505"/>
          <a:stretch/>
        </p:blipFill>
        <p:spPr>
          <a:xfrm>
            <a:off x="0" y="1556595"/>
            <a:ext cx="12192000" cy="2583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10"/>
          <p:cNvPicPr preferRelativeResize="0"/>
          <p:nvPr/>
        </p:nvPicPr>
        <p:blipFill rotWithShape="1">
          <a:blip r:embed="rId4">
            <a:alphaModFix/>
          </a:blip>
          <a:srcRect l="39649" r="41818"/>
          <a:stretch/>
        </p:blipFill>
        <p:spPr>
          <a:xfrm>
            <a:off x="9371722" y="534337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0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otor Title Slide">
  <p:cSld name="Motor Title Slide"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9786479" y="644290"/>
            <a:ext cx="1014667" cy="94437"/>
          </a:xfrm>
          <a:custGeom>
            <a:avLst/>
            <a:gdLst/>
            <a:ahLst/>
            <a:cxnLst/>
            <a:rect l="l" t="t" r="r" b="b"/>
            <a:pathLst>
              <a:path w="761000" h="70828" extrusionOk="0">
                <a:moveTo>
                  <a:pt x="386877" y="13726"/>
                </a:moveTo>
                <a:lnTo>
                  <a:pt x="386877" y="57103"/>
                </a:lnTo>
                <a:lnTo>
                  <a:pt x="389811" y="57103"/>
                </a:lnTo>
                <a:cubicBezTo>
                  <a:pt x="392744" y="57103"/>
                  <a:pt x="395398" y="56719"/>
                  <a:pt x="397773" y="55950"/>
                </a:cubicBezTo>
                <a:cubicBezTo>
                  <a:pt x="400148" y="55182"/>
                  <a:pt x="402174" y="53942"/>
                  <a:pt x="403850" y="52231"/>
                </a:cubicBezTo>
                <a:cubicBezTo>
                  <a:pt x="405527" y="50519"/>
                  <a:pt x="406836" y="48267"/>
                  <a:pt x="407779" y="45473"/>
                </a:cubicBezTo>
                <a:cubicBezTo>
                  <a:pt x="408722" y="42679"/>
                  <a:pt x="409194" y="39221"/>
                  <a:pt x="409194" y="35100"/>
                </a:cubicBezTo>
                <a:cubicBezTo>
                  <a:pt x="409194" y="31049"/>
                  <a:pt x="408722" y="27644"/>
                  <a:pt x="407779" y="24884"/>
                </a:cubicBezTo>
                <a:cubicBezTo>
                  <a:pt x="406836" y="22125"/>
                  <a:pt x="405527" y="19925"/>
                  <a:pt x="403850" y="18284"/>
                </a:cubicBezTo>
                <a:cubicBezTo>
                  <a:pt x="402174" y="16642"/>
                  <a:pt x="400148" y="15472"/>
                  <a:pt x="397773" y="14774"/>
                </a:cubicBezTo>
                <a:cubicBezTo>
                  <a:pt x="395398" y="14075"/>
                  <a:pt x="392744" y="13726"/>
                  <a:pt x="389811" y="13726"/>
                </a:cubicBezTo>
                <a:close/>
                <a:moveTo>
                  <a:pt x="663102" y="13516"/>
                </a:moveTo>
                <a:lnTo>
                  <a:pt x="663102" y="32690"/>
                </a:lnTo>
                <a:lnTo>
                  <a:pt x="671065" y="32690"/>
                </a:lnTo>
                <a:cubicBezTo>
                  <a:pt x="675116" y="32690"/>
                  <a:pt x="678207" y="31835"/>
                  <a:pt x="680337" y="30123"/>
                </a:cubicBezTo>
                <a:cubicBezTo>
                  <a:pt x="682468" y="28412"/>
                  <a:pt x="683533" y="25880"/>
                  <a:pt x="683533" y="22527"/>
                </a:cubicBezTo>
                <a:cubicBezTo>
                  <a:pt x="683533" y="19174"/>
                  <a:pt x="682468" y="16834"/>
                  <a:pt x="680337" y="15507"/>
                </a:cubicBezTo>
                <a:cubicBezTo>
                  <a:pt x="678207" y="14180"/>
                  <a:pt x="675116" y="13516"/>
                  <a:pt x="671065" y="13516"/>
                </a:cubicBezTo>
                <a:close/>
                <a:moveTo>
                  <a:pt x="453552" y="13516"/>
                </a:moveTo>
                <a:lnTo>
                  <a:pt x="453552" y="32690"/>
                </a:lnTo>
                <a:lnTo>
                  <a:pt x="461515" y="32690"/>
                </a:lnTo>
                <a:cubicBezTo>
                  <a:pt x="465566" y="32690"/>
                  <a:pt x="468657" y="31835"/>
                  <a:pt x="470787" y="30123"/>
                </a:cubicBezTo>
                <a:cubicBezTo>
                  <a:pt x="472918" y="28412"/>
                  <a:pt x="473983" y="25880"/>
                  <a:pt x="473983" y="22527"/>
                </a:cubicBezTo>
                <a:cubicBezTo>
                  <a:pt x="473983" y="19174"/>
                  <a:pt x="472918" y="16834"/>
                  <a:pt x="470787" y="15507"/>
                </a:cubicBezTo>
                <a:cubicBezTo>
                  <a:pt x="468657" y="14180"/>
                  <a:pt x="465566" y="13516"/>
                  <a:pt x="461515" y="13516"/>
                </a:cubicBezTo>
                <a:close/>
                <a:moveTo>
                  <a:pt x="301152" y="13516"/>
                </a:moveTo>
                <a:lnTo>
                  <a:pt x="301152" y="32690"/>
                </a:lnTo>
                <a:lnTo>
                  <a:pt x="309115" y="32690"/>
                </a:lnTo>
                <a:cubicBezTo>
                  <a:pt x="313166" y="32690"/>
                  <a:pt x="316257" y="31835"/>
                  <a:pt x="318387" y="30123"/>
                </a:cubicBezTo>
                <a:cubicBezTo>
                  <a:pt x="320518" y="28412"/>
                  <a:pt x="321583" y="25880"/>
                  <a:pt x="321583" y="22527"/>
                </a:cubicBezTo>
                <a:cubicBezTo>
                  <a:pt x="321583" y="19174"/>
                  <a:pt x="320518" y="16834"/>
                  <a:pt x="318387" y="15507"/>
                </a:cubicBezTo>
                <a:cubicBezTo>
                  <a:pt x="316257" y="14180"/>
                  <a:pt x="313166" y="13516"/>
                  <a:pt x="309115" y="13516"/>
                </a:cubicBezTo>
                <a:close/>
                <a:moveTo>
                  <a:pt x="237315" y="13307"/>
                </a:moveTo>
                <a:cubicBezTo>
                  <a:pt x="232635" y="13307"/>
                  <a:pt x="228933" y="15228"/>
                  <a:pt x="226209" y="19069"/>
                </a:cubicBezTo>
                <a:cubicBezTo>
                  <a:pt x="223485" y="22911"/>
                  <a:pt x="222123" y="28255"/>
                  <a:pt x="222123" y="35100"/>
                </a:cubicBezTo>
                <a:cubicBezTo>
                  <a:pt x="222123" y="42015"/>
                  <a:pt x="223485" y="47481"/>
                  <a:pt x="226209" y="51497"/>
                </a:cubicBezTo>
                <a:cubicBezTo>
                  <a:pt x="228933" y="55514"/>
                  <a:pt x="232635" y="57522"/>
                  <a:pt x="237315" y="57522"/>
                </a:cubicBezTo>
                <a:cubicBezTo>
                  <a:pt x="241995" y="57522"/>
                  <a:pt x="245697" y="55514"/>
                  <a:pt x="248421" y="51497"/>
                </a:cubicBezTo>
                <a:cubicBezTo>
                  <a:pt x="251146" y="47481"/>
                  <a:pt x="252508" y="42015"/>
                  <a:pt x="252508" y="35100"/>
                </a:cubicBezTo>
                <a:cubicBezTo>
                  <a:pt x="252508" y="28255"/>
                  <a:pt x="251146" y="22911"/>
                  <a:pt x="248421" y="19069"/>
                </a:cubicBezTo>
                <a:cubicBezTo>
                  <a:pt x="245697" y="15228"/>
                  <a:pt x="241995" y="13307"/>
                  <a:pt x="237315" y="13307"/>
                </a:cubicBezTo>
                <a:close/>
                <a:moveTo>
                  <a:pt x="103965" y="13307"/>
                </a:moveTo>
                <a:cubicBezTo>
                  <a:pt x="99285" y="13307"/>
                  <a:pt x="95583" y="15228"/>
                  <a:pt x="92859" y="19069"/>
                </a:cubicBezTo>
                <a:cubicBezTo>
                  <a:pt x="90135" y="22911"/>
                  <a:pt x="88773" y="28255"/>
                  <a:pt x="88773" y="35100"/>
                </a:cubicBezTo>
                <a:cubicBezTo>
                  <a:pt x="88773" y="42015"/>
                  <a:pt x="90135" y="47481"/>
                  <a:pt x="92859" y="51497"/>
                </a:cubicBezTo>
                <a:cubicBezTo>
                  <a:pt x="95583" y="55514"/>
                  <a:pt x="99285" y="57522"/>
                  <a:pt x="103965" y="57522"/>
                </a:cubicBezTo>
                <a:cubicBezTo>
                  <a:pt x="108645" y="57522"/>
                  <a:pt x="112347" y="55514"/>
                  <a:pt x="115071" y="51497"/>
                </a:cubicBezTo>
                <a:cubicBezTo>
                  <a:pt x="117796" y="47481"/>
                  <a:pt x="119158" y="42015"/>
                  <a:pt x="119158" y="35100"/>
                </a:cubicBezTo>
                <a:cubicBezTo>
                  <a:pt x="119158" y="28255"/>
                  <a:pt x="117796" y="22911"/>
                  <a:pt x="115071" y="19069"/>
                </a:cubicBezTo>
                <a:cubicBezTo>
                  <a:pt x="112347" y="15228"/>
                  <a:pt x="108645" y="13307"/>
                  <a:pt x="103965" y="13307"/>
                </a:cubicBezTo>
                <a:close/>
                <a:moveTo>
                  <a:pt x="647700" y="1258"/>
                </a:moveTo>
                <a:lnTo>
                  <a:pt x="672322" y="1258"/>
                </a:lnTo>
                <a:cubicBezTo>
                  <a:pt x="675954" y="1258"/>
                  <a:pt x="679359" y="1607"/>
                  <a:pt x="682538" y="2305"/>
                </a:cubicBezTo>
                <a:cubicBezTo>
                  <a:pt x="685716" y="3004"/>
                  <a:pt x="688492" y="4174"/>
                  <a:pt x="690867" y="5815"/>
                </a:cubicBezTo>
                <a:cubicBezTo>
                  <a:pt x="693242" y="7457"/>
                  <a:pt x="695128" y="9640"/>
                  <a:pt x="696525" y="12364"/>
                </a:cubicBezTo>
                <a:cubicBezTo>
                  <a:pt x="697922" y="15088"/>
                  <a:pt x="698620" y="18476"/>
                  <a:pt x="698620" y="22527"/>
                </a:cubicBezTo>
                <a:cubicBezTo>
                  <a:pt x="698620" y="27556"/>
                  <a:pt x="697520" y="31695"/>
                  <a:pt x="695320" y="34943"/>
                </a:cubicBezTo>
                <a:cubicBezTo>
                  <a:pt x="693120" y="38191"/>
                  <a:pt x="690169" y="40618"/>
                  <a:pt x="686467" y="42225"/>
                </a:cubicBezTo>
                <a:lnTo>
                  <a:pt x="701973" y="69571"/>
                </a:lnTo>
                <a:lnTo>
                  <a:pt x="684685" y="69571"/>
                </a:lnTo>
                <a:lnTo>
                  <a:pt x="671589" y="44949"/>
                </a:lnTo>
                <a:lnTo>
                  <a:pt x="663102" y="44949"/>
                </a:lnTo>
                <a:lnTo>
                  <a:pt x="663102" y="69571"/>
                </a:lnTo>
                <a:lnTo>
                  <a:pt x="647700" y="69571"/>
                </a:lnTo>
                <a:close/>
                <a:moveTo>
                  <a:pt x="590550" y="1258"/>
                </a:moveTo>
                <a:lnTo>
                  <a:pt x="633298" y="1258"/>
                </a:lnTo>
                <a:lnTo>
                  <a:pt x="633298" y="14250"/>
                </a:lnTo>
                <a:lnTo>
                  <a:pt x="605952" y="14250"/>
                </a:lnTo>
                <a:lnTo>
                  <a:pt x="605952" y="27975"/>
                </a:lnTo>
                <a:lnTo>
                  <a:pt x="629212" y="27975"/>
                </a:lnTo>
                <a:lnTo>
                  <a:pt x="629212" y="40863"/>
                </a:lnTo>
                <a:lnTo>
                  <a:pt x="605952" y="40863"/>
                </a:lnTo>
                <a:lnTo>
                  <a:pt x="605952" y="56579"/>
                </a:lnTo>
                <a:lnTo>
                  <a:pt x="634346" y="56579"/>
                </a:lnTo>
                <a:lnTo>
                  <a:pt x="634346" y="69571"/>
                </a:lnTo>
                <a:lnTo>
                  <a:pt x="590550" y="69571"/>
                </a:lnTo>
                <a:close/>
                <a:moveTo>
                  <a:pt x="524599" y="1258"/>
                </a:moveTo>
                <a:lnTo>
                  <a:pt x="540944" y="1258"/>
                </a:lnTo>
                <a:lnTo>
                  <a:pt x="549116" y="33109"/>
                </a:lnTo>
                <a:cubicBezTo>
                  <a:pt x="550164" y="36881"/>
                  <a:pt x="551089" y="40531"/>
                  <a:pt x="551893" y="44058"/>
                </a:cubicBezTo>
                <a:cubicBezTo>
                  <a:pt x="552696" y="47586"/>
                  <a:pt x="553621" y="51235"/>
                  <a:pt x="554669" y="55007"/>
                </a:cubicBezTo>
                <a:lnTo>
                  <a:pt x="555088" y="55007"/>
                </a:lnTo>
                <a:cubicBezTo>
                  <a:pt x="556066" y="51235"/>
                  <a:pt x="556974" y="47586"/>
                  <a:pt x="557812" y="44058"/>
                </a:cubicBezTo>
                <a:cubicBezTo>
                  <a:pt x="558651" y="40531"/>
                  <a:pt x="559559" y="36881"/>
                  <a:pt x="560537" y="33109"/>
                </a:cubicBezTo>
                <a:lnTo>
                  <a:pt x="568604" y="1258"/>
                </a:lnTo>
                <a:lnTo>
                  <a:pt x="584321" y="1258"/>
                </a:lnTo>
                <a:lnTo>
                  <a:pt x="563785" y="69571"/>
                </a:lnTo>
                <a:lnTo>
                  <a:pt x="545239" y="69571"/>
                </a:lnTo>
                <a:close/>
                <a:moveTo>
                  <a:pt x="504825" y="1258"/>
                </a:moveTo>
                <a:lnTo>
                  <a:pt x="520227" y="1258"/>
                </a:lnTo>
                <a:lnTo>
                  <a:pt x="520227" y="69571"/>
                </a:lnTo>
                <a:lnTo>
                  <a:pt x="504825" y="69571"/>
                </a:lnTo>
                <a:close/>
                <a:moveTo>
                  <a:pt x="438150" y="1258"/>
                </a:moveTo>
                <a:lnTo>
                  <a:pt x="462772" y="1258"/>
                </a:lnTo>
                <a:cubicBezTo>
                  <a:pt x="466404" y="1258"/>
                  <a:pt x="469809" y="1607"/>
                  <a:pt x="472988" y="2305"/>
                </a:cubicBezTo>
                <a:cubicBezTo>
                  <a:pt x="476166" y="3004"/>
                  <a:pt x="478942" y="4174"/>
                  <a:pt x="481317" y="5815"/>
                </a:cubicBezTo>
                <a:cubicBezTo>
                  <a:pt x="483692" y="7457"/>
                  <a:pt x="485578" y="9640"/>
                  <a:pt x="486975" y="12364"/>
                </a:cubicBezTo>
                <a:cubicBezTo>
                  <a:pt x="488372" y="15088"/>
                  <a:pt x="489070" y="18476"/>
                  <a:pt x="489071" y="22527"/>
                </a:cubicBezTo>
                <a:cubicBezTo>
                  <a:pt x="489070" y="27556"/>
                  <a:pt x="487970" y="31695"/>
                  <a:pt x="485770" y="34943"/>
                </a:cubicBezTo>
                <a:cubicBezTo>
                  <a:pt x="483570" y="38191"/>
                  <a:pt x="480619" y="40618"/>
                  <a:pt x="476917" y="42225"/>
                </a:cubicBezTo>
                <a:lnTo>
                  <a:pt x="492423" y="69571"/>
                </a:lnTo>
                <a:lnTo>
                  <a:pt x="475135" y="69571"/>
                </a:lnTo>
                <a:lnTo>
                  <a:pt x="462039" y="44949"/>
                </a:lnTo>
                <a:lnTo>
                  <a:pt x="453552" y="44949"/>
                </a:lnTo>
                <a:lnTo>
                  <a:pt x="453552" y="69571"/>
                </a:lnTo>
                <a:lnTo>
                  <a:pt x="438150" y="69571"/>
                </a:lnTo>
                <a:close/>
                <a:moveTo>
                  <a:pt x="371475" y="1258"/>
                </a:moveTo>
                <a:lnTo>
                  <a:pt x="390753" y="1258"/>
                </a:lnTo>
                <a:cubicBezTo>
                  <a:pt x="395992" y="1258"/>
                  <a:pt x="400707" y="1921"/>
                  <a:pt x="404898" y="3248"/>
                </a:cubicBezTo>
                <a:cubicBezTo>
                  <a:pt x="409089" y="4576"/>
                  <a:pt x="412686" y="6619"/>
                  <a:pt x="415690" y="9378"/>
                </a:cubicBezTo>
                <a:cubicBezTo>
                  <a:pt x="418693" y="12137"/>
                  <a:pt x="420999" y="15647"/>
                  <a:pt x="422605" y="19908"/>
                </a:cubicBezTo>
                <a:cubicBezTo>
                  <a:pt x="424212" y="24169"/>
                  <a:pt x="425015" y="29233"/>
                  <a:pt x="425015" y="35100"/>
                </a:cubicBezTo>
                <a:cubicBezTo>
                  <a:pt x="425015" y="40967"/>
                  <a:pt x="424212" y="46067"/>
                  <a:pt x="422605" y="50397"/>
                </a:cubicBezTo>
                <a:cubicBezTo>
                  <a:pt x="420999" y="54728"/>
                  <a:pt x="418728" y="58308"/>
                  <a:pt x="415795" y="61137"/>
                </a:cubicBezTo>
                <a:cubicBezTo>
                  <a:pt x="412861" y="63966"/>
                  <a:pt x="409351" y="66079"/>
                  <a:pt x="405265" y="67476"/>
                </a:cubicBezTo>
                <a:cubicBezTo>
                  <a:pt x="401179" y="68873"/>
                  <a:pt x="396621" y="69571"/>
                  <a:pt x="391592" y="69571"/>
                </a:cubicBezTo>
                <a:lnTo>
                  <a:pt x="371475" y="69571"/>
                </a:lnTo>
                <a:close/>
                <a:moveTo>
                  <a:pt x="285750" y="1258"/>
                </a:moveTo>
                <a:lnTo>
                  <a:pt x="310372" y="1258"/>
                </a:lnTo>
                <a:cubicBezTo>
                  <a:pt x="314004" y="1258"/>
                  <a:pt x="317409" y="1607"/>
                  <a:pt x="320588" y="2305"/>
                </a:cubicBezTo>
                <a:cubicBezTo>
                  <a:pt x="323766" y="3004"/>
                  <a:pt x="326542" y="4174"/>
                  <a:pt x="328917" y="5815"/>
                </a:cubicBezTo>
                <a:cubicBezTo>
                  <a:pt x="331292" y="7457"/>
                  <a:pt x="333178" y="9640"/>
                  <a:pt x="334575" y="12364"/>
                </a:cubicBezTo>
                <a:cubicBezTo>
                  <a:pt x="335972" y="15088"/>
                  <a:pt x="336671" y="18476"/>
                  <a:pt x="336671" y="22527"/>
                </a:cubicBezTo>
                <a:cubicBezTo>
                  <a:pt x="336671" y="27556"/>
                  <a:pt x="335570" y="31695"/>
                  <a:pt x="333370" y="34943"/>
                </a:cubicBezTo>
                <a:cubicBezTo>
                  <a:pt x="331170" y="38191"/>
                  <a:pt x="328219" y="40618"/>
                  <a:pt x="324517" y="42225"/>
                </a:cubicBezTo>
                <a:lnTo>
                  <a:pt x="340023" y="69571"/>
                </a:lnTo>
                <a:lnTo>
                  <a:pt x="322735" y="69571"/>
                </a:lnTo>
                <a:lnTo>
                  <a:pt x="309639" y="44949"/>
                </a:lnTo>
                <a:lnTo>
                  <a:pt x="301152" y="44949"/>
                </a:lnTo>
                <a:lnTo>
                  <a:pt x="301152" y="69571"/>
                </a:lnTo>
                <a:lnTo>
                  <a:pt x="285750" y="69571"/>
                </a:lnTo>
                <a:close/>
                <a:moveTo>
                  <a:pt x="146952" y="1258"/>
                </a:moveTo>
                <a:lnTo>
                  <a:pt x="199968" y="1258"/>
                </a:lnTo>
                <a:lnTo>
                  <a:pt x="199968" y="14250"/>
                </a:lnTo>
                <a:lnTo>
                  <a:pt x="181213" y="14250"/>
                </a:lnTo>
                <a:lnTo>
                  <a:pt x="181213" y="69571"/>
                </a:lnTo>
                <a:lnTo>
                  <a:pt x="165706" y="69571"/>
                </a:lnTo>
                <a:lnTo>
                  <a:pt x="165706" y="14250"/>
                </a:lnTo>
                <a:lnTo>
                  <a:pt x="146952" y="14250"/>
                </a:lnTo>
                <a:close/>
                <a:moveTo>
                  <a:pt x="0" y="1258"/>
                </a:moveTo>
                <a:lnTo>
                  <a:pt x="16869" y="1258"/>
                </a:lnTo>
                <a:lnTo>
                  <a:pt x="27870" y="31642"/>
                </a:lnTo>
                <a:cubicBezTo>
                  <a:pt x="28569" y="33668"/>
                  <a:pt x="29232" y="35746"/>
                  <a:pt x="29861" y="37877"/>
                </a:cubicBezTo>
                <a:cubicBezTo>
                  <a:pt x="30489" y="40007"/>
                  <a:pt x="31153" y="42120"/>
                  <a:pt x="31852" y="44215"/>
                </a:cubicBezTo>
                <a:lnTo>
                  <a:pt x="32271" y="44215"/>
                </a:lnTo>
                <a:cubicBezTo>
                  <a:pt x="32969" y="42120"/>
                  <a:pt x="33615" y="40007"/>
                  <a:pt x="34209" y="37877"/>
                </a:cubicBezTo>
                <a:cubicBezTo>
                  <a:pt x="34803" y="35746"/>
                  <a:pt x="35449" y="33668"/>
                  <a:pt x="36147" y="31642"/>
                </a:cubicBezTo>
                <a:lnTo>
                  <a:pt x="46939" y="1258"/>
                </a:lnTo>
                <a:lnTo>
                  <a:pt x="63703" y="1258"/>
                </a:lnTo>
                <a:lnTo>
                  <a:pt x="63703" y="69571"/>
                </a:lnTo>
                <a:lnTo>
                  <a:pt x="49663" y="69571"/>
                </a:lnTo>
                <a:lnTo>
                  <a:pt x="49663" y="44530"/>
                </a:lnTo>
                <a:cubicBezTo>
                  <a:pt x="49663" y="42853"/>
                  <a:pt x="49733" y="41002"/>
                  <a:pt x="49873" y="38977"/>
                </a:cubicBezTo>
                <a:cubicBezTo>
                  <a:pt x="50013" y="36951"/>
                  <a:pt x="50187" y="34908"/>
                  <a:pt x="50397" y="32847"/>
                </a:cubicBezTo>
                <a:cubicBezTo>
                  <a:pt x="50606" y="30787"/>
                  <a:pt x="50816" y="28761"/>
                  <a:pt x="51025" y="26770"/>
                </a:cubicBezTo>
                <a:cubicBezTo>
                  <a:pt x="51235" y="24780"/>
                  <a:pt x="51444" y="22946"/>
                  <a:pt x="51654" y="21270"/>
                </a:cubicBezTo>
                <a:lnTo>
                  <a:pt x="51235" y="21270"/>
                </a:lnTo>
                <a:lnTo>
                  <a:pt x="45682" y="37510"/>
                </a:lnTo>
                <a:lnTo>
                  <a:pt x="35938" y="63599"/>
                </a:lnTo>
                <a:lnTo>
                  <a:pt x="27451" y="63599"/>
                </a:lnTo>
                <a:lnTo>
                  <a:pt x="17707" y="37510"/>
                </a:lnTo>
                <a:lnTo>
                  <a:pt x="12259" y="21270"/>
                </a:lnTo>
                <a:lnTo>
                  <a:pt x="11840" y="21270"/>
                </a:lnTo>
                <a:cubicBezTo>
                  <a:pt x="12049" y="22946"/>
                  <a:pt x="12259" y="24780"/>
                  <a:pt x="12468" y="26770"/>
                </a:cubicBezTo>
                <a:cubicBezTo>
                  <a:pt x="12678" y="28761"/>
                  <a:pt x="12887" y="30787"/>
                  <a:pt x="13097" y="32847"/>
                </a:cubicBezTo>
                <a:cubicBezTo>
                  <a:pt x="13306" y="34908"/>
                  <a:pt x="13481" y="36951"/>
                  <a:pt x="13621" y="38977"/>
                </a:cubicBezTo>
                <a:cubicBezTo>
                  <a:pt x="13760" y="41002"/>
                  <a:pt x="13830" y="42853"/>
                  <a:pt x="13830" y="44530"/>
                </a:cubicBezTo>
                <a:lnTo>
                  <a:pt x="13830" y="69571"/>
                </a:lnTo>
                <a:lnTo>
                  <a:pt x="0" y="69571"/>
                </a:lnTo>
                <a:close/>
                <a:moveTo>
                  <a:pt x="737006" y="0"/>
                </a:moveTo>
                <a:cubicBezTo>
                  <a:pt x="740988" y="0"/>
                  <a:pt x="744917" y="769"/>
                  <a:pt x="748793" y="2305"/>
                </a:cubicBezTo>
                <a:cubicBezTo>
                  <a:pt x="752670" y="3842"/>
                  <a:pt x="756075" y="6077"/>
                  <a:pt x="759009" y="9011"/>
                </a:cubicBezTo>
                <a:lnTo>
                  <a:pt x="751151" y="18755"/>
                </a:lnTo>
                <a:cubicBezTo>
                  <a:pt x="748916" y="17009"/>
                  <a:pt x="746680" y="15664"/>
                  <a:pt x="744445" y="14721"/>
                </a:cubicBezTo>
                <a:cubicBezTo>
                  <a:pt x="742210" y="13778"/>
                  <a:pt x="739730" y="13307"/>
                  <a:pt x="737006" y="13307"/>
                </a:cubicBezTo>
                <a:cubicBezTo>
                  <a:pt x="734352" y="13307"/>
                  <a:pt x="732239" y="13848"/>
                  <a:pt x="730667" y="14931"/>
                </a:cubicBezTo>
                <a:cubicBezTo>
                  <a:pt x="729096" y="16014"/>
                  <a:pt x="728310" y="17533"/>
                  <a:pt x="728310" y="19489"/>
                </a:cubicBezTo>
                <a:cubicBezTo>
                  <a:pt x="728310" y="20536"/>
                  <a:pt x="728572" y="21427"/>
                  <a:pt x="729096" y="22160"/>
                </a:cubicBezTo>
                <a:cubicBezTo>
                  <a:pt x="729620" y="22894"/>
                  <a:pt x="730353" y="23557"/>
                  <a:pt x="731296" y="24151"/>
                </a:cubicBezTo>
                <a:cubicBezTo>
                  <a:pt x="732239" y="24745"/>
                  <a:pt x="733339" y="25304"/>
                  <a:pt x="734596" y="25827"/>
                </a:cubicBezTo>
                <a:cubicBezTo>
                  <a:pt x="735854" y="26351"/>
                  <a:pt x="737216" y="26928"/>
                  <a:pt x="738683" y="27556"/>
                </a:cubicBezTo>
                <a:lnTo>
                  <a:pt x="747484" y="31119"/>
                </a:lnTo>
                <a:cubicBezTo>
                  <a:pt x="751675" y="32795"/>
                  <a:pt x="754975" y="35100"/>
                  <a:pt x="757385" y="38034"/>
                </a:cubicBezTo>
                <a:cubicBezTo>
                  <a:pt x="759795" y="40967"/>
                  <a:pt x="761000" y="44844"/>
                  <a:pt x="761000" y="49664"/>
                </a:cubicBezTo>
                <a:cubicBezTo>
                  <a:pt x="761000" y="52528"/>
                  <a:pt x="760423" y="55234"/>
                  <a:pt x="759271" y="57784"/>
                </a:cubicBezTo>
                <a:cubicBezTo>
                  <a:pt x="758118" y="60333"/>
                  <a:pt x="756442" y="62569"/>
                  <a:pt x="754242" y="64489"/>
                </a:cubicBezTo>
                <a:cubicBezTo>
                  <a:pt x="752041" y="66410"/>
                  <a:pt x="749335" y="67947"/>
                  <a:pt x="746122" y="69100"/>
                </a:cubicBezTo>
                <a:cubicBezTo>
                  <a:pt x="742909" y="70252"/>
                  <a:pt x="739276" y="70828"/>
                  <a:pt x="735225" y="70828"/>
                </a:cubicBezTo>
                <a:cubicBezTo>
                  <a:pt x="730755" y="70828"/>
                  <a:pt x="726302" y="70008"/>
                  <a:pt x="721866" y="68366"/>
                </a:cubicBezTo>
                <a:cubicBezTo>
                  <a:pt x="717431" y="66725"/>
                  <a:pt x="713467" y="64262"/>
                  <a:pt x="709974" y="60979"/>
                </a:cubicBezTo>
                <a:lnTo>
                  <a:pt x="718775" y="50397"/>
                </a:lnTo>
                <a:cubicBezTo>
                  <a:pt x="721220" y="52493"/>
                  <a:pt x="723927" y="54204"/>
                  <a:pt x="726895" y="55531"/>
                </a:cubicBezTo>
                <a:cubicBezTo>
                  <a:pt x="729864" y="56858"/>
                  <a:pt x="732780" y="57522"/>
                  <a:pt x="735644" y="57522"/>
                </a:cubicBezTo>
                <a:cubicBezTo>
                  <a:pt x="738857" y="57522"/>
                  <a:pt x="741250" y="56928"/>
                  <a:pt x="742821" y="55741"/>
                </a:cubicBezTo>
                <a:cubicBezTo>
                  <a:pt x="744393" y="54553"/>
                  <a:pt x="745179" y="52947"/>
                  <a:pt x="745179" y="50921"/>
                </a:cubicBezTo>
                <a:cubicBezTo>
                  <a:pt x="745179" y="49873"/>
                  <a:pt x="744952" y="48965"/>
                  <a:pt x="744498" y="48197"/>
                </a:cubicBezTo>
                <a:cubicBezTo>
                  <a:pt x="744044" y="47429"/>
                  <a:pt x="743380" y="46748"/>
                  <a:pt x="742507" y="46154"/>
                </a:cubicBezTo>
                <a:cubicBezTo>
                  <a:pt x="741634" y="45560"/>
                  <a:pt x="740586" y="45001"/>
                  <a:pt x="739364" y="44477"/>
                </a:cubicBezTo>
                <a:cubicBezTo>
                  <a:pt x="738141" y="43954"/>
                  <a:pt x="736797" y="43377"/>
                  <a:pt x="735330" y="42749"/>
                </a:cubicBezTo>
                <a:lnTo>
                  <a:pt x="726424" y="38977"/>
                </a:lnTo>
                <a:cubicBezTo>
                  <a:pt x="724678" y="38278"/>
                  <a:pt x="722984" y="37370"/>
                  <a:pt x="721342" y="36253"/>
                </a:cubicBezTo>
                <a:cubicBezTo>
                  <a:pt x="719701" y="35135"/>
                  <a:pt x="718234" y="33825"/>
                  <a:pt x="716942" y="32324"/>
                </a:cubicBezTo>
                <a:cubicBezTo>
                  <a:pt x="715650" y="30822"/>
                  <a:pt x="714619" y="29075"/>
                  <a:pt x="713851" y="27085"/>
                </a:cubicBezTo>
                <a:cubicBezTo>
                  <a:pt x="713083" y="25094"/>
                  <a:pt x="712698" y="22841"/>
                  <a:pt x="712698" y="20327"/>
                </a:cubicBezTo>
                <a:cubicBezTo>
                  <a:pt x="712698" y="17533"/>
                  <a:pt x="713292" y="14896"/>
                  <a:pt x="714480" y="12416"/>
                </a:cubicBezTo>
                <a:cubicBezTo>
                  <a:pt x="715667" y="9937"/>
                  <a:pt x="717343" y="7771"/>
                  <a:pt x="719509" y="5920"/>
                </a:cubicBezTo>
                <a:cubicBezTo>
                  <a:pt x="721674" y="4069"/>
                  <a:pt x="724241" y="2620"/>
                  <a:pt x="727210" y="1572"/>
                </a:cubicBezTo>
                <a:cubicBezTo>
                  <a:pt x="730178" y="524"/>
                  <a:pt x="733444" y="0"/>
                  <a:pt x="737006" y="0"/>
                </a:cubicBezTo>
                <a:close/>
                <a:moveTo>
                  <a:pt x="237315" y="0"/>
                </a:moveTo>
                <a:cubicBezTo>
                  <a:pt x="241925" y="0"/>
                  <a:pt x="246134" y="786"/>
                  <a:pt x="249941" y="2358"/>
                </a:cubicBezTo>
                <a:cubicBezTo>
                  <a:pt x="253747" y="3929"/>
                  <a:pt x="257013" y="6217"/>
                  <a:pt x="259737" y="9221"/>
                </a:cubicBezTo>
                <a:cubicBezTo>
                  <a:pt x="262461" y="12224"/>
                  <a:pt x="264574" y="15909"/>
                  <a:pt x="266076" y="20274"/>
                </a:cubicBezTo>
                <a:cubicBezTo>
                  <a:pt x="267578" y="24640"/>
                  <a:pt x="268329" y="29582"/>
                  <a:pt x="268329" y="35100"/>
                </a:cubicBezTo>
                <a:cubicBezTo>
                  <a:pt x="268329" y="40688"/>
                  <a:pt x="267578" y="45682"/>
                  <a:pt x="266076" y="50083"/>
                </a:cubicBezTo>
                <a:cubicBezTo>
                  <a:pt x="264574" y="54483"/>
                  <a:pt x="262461" y="58220"/>
                  <a:pt x="259737" y="61294"/>
                </a:cubicBezTo>
                <a:cubicBezTo>
                  <a:pt x="257013" y="64367"/>
                  <a:pt x="253747" y="66725"/>
                  <a:pt x="249941" y="68366"/>
                </a:cubicBezTo>
                <a:cubicBezTo>
                  <a:pt x="246134" y="70008"/>
                  <a:pt x="241925" y="70828"/>
                  <a:pt x="237315" y="70828"/>
                </a:cubicBezTo>
                <a:cubicBezTo>
                  <a:pt x="232705" y="70828"/>
                  <a:pt x="228497" y="70008"/>
                  <a:pt x="224690" y="68366"/>
                </a:cubicBezTo>
                <a:cubicBezTo>
                  <a:pt x="220883" y="66725"/>
                  <a:pt x="217618" y="64367"/>
                  <a:pt x="214893" y="61294"/>
                </a:cubicBezTo>
                <a:cubicBezTo>
                  <a:pt x="212169" y="58220"/>
                  <a:pt x="210056" y="54483"/>
                  <a:pt x="208555" y="50083"/>
                </a:cubicBezTo>
                <a:cubicBezTo>
                  <a:pt x="207053" y="45682"/>
                  <a:pt x="206302" y="40688"/>
                  <a:pt x="206302" y="35100"/>
                </a:cubicBezTo>
                <a:cubicBezTo>
                  <a:pt x="206302" y="29512"/>
                  <a:pt x="207053" y="24535"/>
                  <a:pt x="208555" y="20170"/>
                </a:cubicBezTo>
                <a:cubicBezTo>
                  <a:pt x="210056" y="15804"/>
                  <a:pt x="212169" y="12137"/>
                  <a:pt x="214893" y="9168"/>
                </a:cubicBezTo>
                <a:cubicBezTo>
                  <a:pt x="217618" y="6200"/>
                  <a:pt x="220883" y="3929"/>
                  <a:pt x="224690" y="2358"/>
                </a:cubicBezTo>
                <a:cubicBezTo>
                  <a:pt x="228497" y="786"/>
                  <a:pt x="232705" y="0"/>
                  <a:pt x="237315" y="0"/>
                </a:cubicBezTo>
                <a:close/>
                <a:moveTo>
                  <a:pt x="103965" y="0"/>
                </a:moveTo>
                <a:cubicBezTo>
                  <a:pt x="108575" y="0"/>
                  <a:pt x="112784" y="786"/>
                  <a:pt x="116591" y="2358"/>
                </a:cubicBezTo>
                <a:cubicBezTo>
                  <a:pt x="120397" y="3929"/>
                  <a:pt x="123663" y="6217"/>
                  <a:pt x="126387" y="9221"/>
                </a:cubicBezTo>
                <a:cubicBezTo>
                  <a:pt x="129111" y="12224"/>
                  <a:pt x="131224" y="15909"/>
                  <a:pt x="132726" y="20274"/>
                </a:cubicBezTo>
                <a:cubicBezTo>
                  <a:pt x="134228" y="24640"/>
                  <a:pt x="134979" y="29582"/>
                  <a:pt x="134979" y="35100"/>
                </a:cubicBezTo>
                <a:cubicBezTo>
                  <a:pt x="134979" y="40688"/>
                  <a:pt x="134228" y="45682"/>
                  <a:pt x="132726" y="50083"/>
                </a:cubicBezTo>
                <a:cubicBezTo>
                  <a:pt x="131224" y="54483"/>
                  <a:pt x="129111" y="58220"/>
                  <a:pt x="126387" y="61294"/>
                </a:cubicBezTo>
                <a:cubicBezTo>
                  <a:pt x="123663" y="64367"/>
                  <a:pt x="120397" y="66725"/>
                  <a:pt x="116591" y="68366"/>
                </a:cubicBezTo>
                <a:cubicBezTo>
                  <a:pt x="112784" y="70008"/>
                  <a:pt x="108575" y="70828"/>
                  <a:pt x="103965" y="70828"/>
                </a:cubicBezTo>
                <a:cubicBezTo>
                  <a:pt x="99355" y="70828"/>
                  <a:pt x="95147" y="70008"/>
                  <a:pt x="91340" y="68366"/>
                </a:cubicBezTo>
                <a:cubicBezTo>
                  <a:pt x="87533" y="66725"/>
                  <a:pt x="84268" y="64367"/>
                  <a:pt x="81543" y="61294"/>
                </a:cubicBezTo>
                <a:cubicBezTo>
                  <a:pt x="78819" y="58220"/>
                  <a:pt x="76706" y="54483"/>
                  <a:pt x="75205" y="50083"/>
                </a:cubicBezTo>
                <a:cubicBezTo>
                  <a:pt x="73703" y="45682"/>
                  <a:pt x="72952" y="40688"/>
                  <a:pt x="72952" y="35100"/>
                </a:cubicBezTo>
                <a:cubicBezTo>
                  <a:pt x="72952" y="29512"/>
                  <a:pt x="73703" y="24535"/>
                  <a:pt x="75205" y="20170"/>
                </a:cubicBezTo>
                <a:cubicBezTo>
                  <a:pt x="76706" y="15804"/>
                  <a:pt x="78819" y="12137"/>
                  <a:pt x="81543" y="9168"/>
                </a:cubicBezTo>
                <a:cubicBezTo>
                  <a:pt x="84268" y="6200"/>
                  <a:pt x="87533" y="3929"/>
                  <a:pt x="91340" y="2358"/>
                </a:cubicBezTo>
                <a:cubicBezTo>
                  <a:pt x="95147" y="786"/>
                  <a:pt x="99355" y="0"/>
                  <a:pt x="1039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1" descr="A picture containing indoor, appliance, furnitur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52534"/>
            <a:ext cx="12192000" cy="2587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1"/>
          <p:cNvPicPr preferRelativeResize="0"/>
          <p:nvPr/>
        </p:nvPicPr>
        <p:blipFill rotWithShape="1">
          <a:blip r:embed="rId4">
            <a:alphaModFix/>
          </a:blip>
          <a:srcRect l="63080" r="18387"/>
          <a:stretch/>
        </p:blipFill>
        <p:spPr>
          <a:xfrm>
            <a:off x="9389519" y="534337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utomotive Title Slide">
  <p:cSld name="Automotive Title Slide"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/>
          <p:nvPr/>
        </p:nvSpPr>
        <p:spPr>
          <a:xfrm>
            <a:off x="9797053" y="644290"/>
            <a:ext cx="1585060" cy="94437"/>
          </a:xfrm>
          <a:custGeom>
            <a:avLst/>
            <a:gdLst/>
            <a:ahLst/>
            <a:cxnLst/>
            <a:rect l="l" t="t" r="r" b="b"/>
            <a:pathLst>
              <a:path w="1188795" h="70828" extrusionOk="0">
                <a:moveTo>
                  <a:pt x="1027061" y="13307"/>
                </a:moveTo>
                <a:cubicBezTo>
                  <a:pt x="1022381" y="13307"/>
                  <a:pt x="1018679" y="15228"/>
                  <a:pt x="1015955" y="19069"/>
                </a:cubicBezTo>
                <a:cubicBezTo>
                  <a:pt x="1013231" y="22911"/>
                  <a:pt x="1011869" y="28255"/>
                  <a:pt x="1011869" y="35100"/>
                </a:cubicBezTo>
                <a:cubicBezTo>
                  <a:pt x="1011869" y="42015"/>
                  <a:pt x="1013231" y="47481"/>
                  <a:pt x="1015955" y="51497"/>
                </a:cubicBezTo>
                <a:cubicBezTo>
                  <a:pt x="1018679" y="55514"/>
                  <a:pt x="1022381" y="57522"/>
                  <a:pt x="1027061" y="57522"/>
                </a:cubicBezTo>
                <a:cubicBezTo>
                  <a:pt x="1031741" y="57522"/>
                  <a:pt x="1035443" y="55514"/>
                  <a:pt x="1038167" y="51497"/>
                </a:cubicBezTo>
                <a:cubicBezTo>
                  <a:pt x="1040891" y="47481"/>
                  <a:pt x="1042253" y="42015"/>
                  <a:pt x="1042253" y="35100"/>
                </a:cubicBezTo>
                <a:cubicBezTo>
                  <a:pt x="1042253" y="28255"/>
                  <a:pt x="1040891" y="22911"/>
                  <a:pt x="1038167" y="19069"/>
                </a:cubicBezTo>
                <a:cubicBezTo>
                  <a:pt x="1035443" y="15228"/>
                  <a:pt x="1031741" y="13307"/>
                  <a:pt x="1027061" y="13307"/>
                </a:cubicBezTo>
                <a:close/>
                <a:moveTo>
                  <a:pt x="741311" y="13307"/>
                </a:moveTo>
                <a:cubicBezTo>
                  <a:pt x="736631" y="13307"/>
                  <a:pt x="732929" y="15228"/>
                  <a:pt x="730205" y="19069"/>
                </a:cubicBezTo>
                <a:cubicBezTo>
                  <a:pt x="727481" y="22911"/>
                  <a:pt x="726119" y="28255"/>
                  <a:pt x="726119" y="35100"/>
                </a:cubicBezTo>
                <a:cubicBezTo>
                  <a:pt x="726119" y="42015"/>
                  <a:pt x="727481" y="47481"/>
                  <a:pt x="730205" y="51497"/>
                </a:cubicBezTo>
                <a:cubicBezTo>
                  <a:pt x="732929" y="55514"/>
                  <a:pt x="736631" y="57522"/>
                  <a:pt x="741311" y="57522"/>
                </a:cubicBezTo>
                <a:cubicBezTo>
                  <a:pt x="745991" y="57522"/>
                  <a:pt x="749693" y="55514"/>
                  <a:pt x="752417" y="51497"/>
                </a:cubicBezTo>
                <a:cubicBezTo>
                  <a:pt x="755142" y="47481"/>
                  <a:pt x="756504" y="42015"/>
                  <a:pt x="756504" y="35100"/>
                </a:cubicBezTo>
                <a:cubicBezTo>
                  <a:pt x="756504" y="28255"/>
                  <a:pt x="755142" y="22911"/>
                  <a:pt x="752417" y="19069"/>
                </a:cubicBezTo>
                <a:cubicBezTo>
                  <a:pt x="749693" y="15228"/>
                  <a:pt x="745991" y="13307"/>
                  <a:pt x="741311" y="13307"/>
                </a:cubicBezTo>
                <a:close/>
                <a:moveTo>
                  <a:pt x="369836" y="13307"/>
                </a:moveTo>
                <a:cubicBezTo>
                  <a:pt x="365156" y="13307"/>
                  <a:pt x="361454" y="15228"/>
                  <a:pt x="358730" y="19069"/>
                </a:cubicBezTo>
                <a:cubicBezTo>
                  <a:pt x="356006" y="22911"/>
                  <a:pt x="354644" y="28255"/>
                  <a:pt x="354644" y="35100"/>
                </a:cubicBezTo>
                <a:cubicBezTo>
                  <a:pt x="354644" y="42015"/>
                  <a:pt x="356006" y="47481"/>
                  <a:pt x="358730" y="51497"/>
                </a:cubicBezTo>
                <a:cubicBezTo>
                  <a:pt x="361454" y="55514"/>
                  <a:pt x="365156" y="57522"/>
                  <a:pt x="369836" y="57522"/>
                </a:cubicBezTo>
                <a:cubicBezTo>
                  <a:pt x="374516" y="57522"/>
                  <a:pt x="378218" y="55514"/>
                  <a:pt x="380942" y="51497"/>
                </a:cubicBezTo>
                <a:cubicBezTo>
                  <a:pt x="383667" y="47481"/>
                  <a:pt x="385029" y="42015"/>
                  <a:pt x="385029" y="35100"/>
                </a:cubicBezTo>
                <a:cubicBezTo>
                  <a:pt x="385029" y="28255"/>
                  <a:pt x="383667" y="22911"/>
                  <a:pt x="380942" y="19069"/>
                </a:cubicBezTo>
                <a:cubicBezTo>
                  <a:pt x="378218" y="15228"/>
                  <a:pt x="374516" y="13307"/>
                  <a:pt x="369836" y="13307"/>
                </a:cubicBezTo>
                <a:close/>
                <a:moveTo>
                  <a:pt x="217436" y="13307"/>
                </a:moveTo>
                <a:cubicBezTo>
                  <a:pt x="212756" y="13307"/>
                  <a:pt x="209054" y="15228"/>
                  <a:pt x="206330" y="19069"/>
                </a:cubicBezTo>
                <a:cubicBezTo>
                  <a:pt x="203606" y="22911"/>
                  <a:pt x="202244" y="28255"/>
                  <a:pt x="202244" y="35100"/>
                </a:cubicBezTo>
                <a:cubicBezTo>
                  <a:pt x="202244" y="42015"/>
                  <a:pt x="203606" y="47481"/>
                  <a:pt x="206330" y="51497"/>
                </a:cubicBezTo>
                <a:cubicBezTo>
                  <a:pt x="209054" y="55514"/>
                  <a:pt x="212756" y="57522"/>
                  <a:pt x="217436" y="57522"/>
                </a:cubicBezTo>
                <a:cubicBezTo>
                  <a:pt x="222116" y="57522"/>
                  <a:pt x="225818" y="55514"/>
                  <a:pt x="228542" y="51497"/>
                </a:cubicBezTo>
                <a:cubicBezTo>
                  <a:pt x="231267" y="47481"/>
                  <a:pt x="232629" y="42015"/>
                  <a:pt x="232629" y="35100"/>
                </a:cubicBezTo>
                <a:cubicBezTo>
                  <a:pt x="232629" y="28255"/>
                  <a:pt x="231267" y="22911"/>
                  <a:pt x="228542" y="19069"/>
                </a:cubicBezTo>
                <a:cubicBezTo>
                  <a:pt x="225818" y="15228"/>
                  <a:pt x="222116" y="13307"/>
                  <a:pt x="217436" y="13307"/>
                </a:cubicBezTo>
                <a:close/>
                <a:moveTo>
                  <a:pt x="30070" y="12993"/>
                </a:moveTo>
                <a:cubicBezTo>
                  <a:pt x="29232" y="16625"/>
                  <a:pt x="28376" y="20344"/>
                  <a:pt x="27503" y="24151"/>
                </a:cubicBezTo>
                <a:cubicBezTo>
                  <a:pt x="26630" y="27958"/>
                  <a:pt x="25704" y="31573"/>
                  <a:pt x="24727" y="34995"/>
                </a:cubicBezTo>
                <a:lnTo>
                  <a:pt x="23050" y="41282"/>
                </a:lnTo>
                <a:lnTo>
                  <a:pt x="37614" y="41282"/>
                </a:lnTo>
                <a:lnTo>
                  <a:pt x="36042" y="34995"/>
                </a:lnTo>
                <a:cubicBezTo>
                  <a:pt x="35064" y="31573"/>
                  <a:pt x="34121" y="27940"/>
                  <a:pt x="33213" y="24099"/>
                </a:cubicBezTo>
                <a:cubicBezTo>
                  <a:pt x="32305" y="20257"/>
                  <a:pt x="31397" y="16555"/>
                  <a:pt x="30489" y="12993"/>
                </a:cubicBezTo>
                <a:close/>
                <a:moveTo>
                  <a:pt x="1075496" y="1258"/>
                </a:moveTo>
                <a:lnTo>
                  <a:pt x="1091317" y="1258"/>
                </a:lnTo>
                <a:lnTo>
                  <a:pt x="1109128" y="35205"/>
                </a:lnTo>
                <a:lnTo>
                  <a:pt x="1115834" y="50292"/>
                </a:lnTo>
                <a:lnTo>
                  <a:pt x="1116253" y="50292"/>
                </a:lnTo>
                <a:cubicBezTo>
                  <a:pt x="1115904" y="46660"/>
                  <a:pt x="1115502" y="42609"/>
                  <a:pt x="1115048" y="38139"/>
                </a:cubicBezTo>
                <a:cubicBezTo>
                  <a:pt x="1114594" y="33668"/>
                  <a:pt x="1114367" y="29407"/>
                  <a:pt x="1114367" y="25356"/>
                </a:cubicBezTo>
                <a:lnTo>
                  <a:pt x="1114367" y="1258"/>
                </a:lnTo>
                <a:lnTo>
                  <a:pt x="1129036" y="1258"/>
                </a:lnTo>
                <a:lnTo>
                  <a:pt x="1129036" y="69571"/>
                </a:lnTo>
                <a:lnTo>
                  <a:pt x="1113215" y="69571"/>
                </a:lnTo>
                <a:lnTo>
                  <a:pt x="1095403" y="35519"/>
                </a:lnTo>
                <a:lnTo>
                  <a:pt x="1088697" y="20641"/>
                </a:lnTo>
                <a:lnTo>
                  <a:pt x="1088278" y="20641"/>
                </a:lnTo>
                <a:cubicBezTo>
                  <a:pt x="1088627" y="24413"/>
                  <a:pt x="1089029" y="28464"/>
                  <a:pt x="1089483" y="32795"/>
                </a:cubicBezTo>
                <a:cubicBezTo>
                  <a:pt x="1089937" y="37126"/>
                  <a:pt x="1090164" y="41317"/>
                  <a:pt x="1090164" y="45368"/>
                </a:cubicBezTo>
                <a:lnTo>
                  <a:pt x="1090164" y="69571"/>
                </a:lnTo>
                <a:lnTo>
                  <a:pt x="1075496" y="69571"/>
                </a:lnTo>
                <a:close/>
                <a:moveTo>
                  <a:pt x="970721" y="1258"/>
                </a:moveTo>
                <a:lnTo>
                  <a:pt x="986123" y="1258"/>
                </a:lnTo>
                <a:lnTo>
                  <a:pt x="986123" y="69571"/>
                </a:lnTo>
                <a:lnTo>
                  <a:pt x="970721" y="69571"/>
                </a:lnTo>
                <a:close/>
                <a:moveTo>
                  <a:pt x="908123" y="1258"/>
                </a:moveTo>
                <a:lnTo>
                  <a:pt x="961139" y="1258"/>
                </a:lnTo>
                <a:lnTo>
                  <a:pt x="961139" y="14250"/>
                </a:lnTo>
                <a:lnTo>
                  <a:pt x="942384" y="14250"/>
                </a:lnTo>
                <a:lnTo>
                  <a:pt x="942384" y="69571"/>
                </a:lnTo>
                <a:lnTo>
                  <a:pt x="926877" y="69571"/>
                </a:lnTo>
                <a:lnTo>
                  <a:pt x="926877" y="14250"/>
                </a:lnTo>
                <a:lnTo>
                  <a:pt x="908123" y="14250"/>
                </a:lnTo>
                <a:close/>
                <a:moveTo>
                  <a:pt x="846477" y="1258"/>
                </a:moveTo>
                <a:lnTo>
                  <a:pt x="861983" y="1258"/>
                </a:lnTo>
                <a:lnTo>
                  <a:pt x="861983" y="39501"/>
                </a:lnTo>
                <a:cubicBezTo>
                  <a:pt x="861983" y="46206"/>
                  <a:pt x="862996" y="50886"/>
                  <a:pt x="865022" y="53540"/>
                </a:cubicBezTo>
                <a:cubicBezTo>
                  <a:pt x="867048" y="56195"/>
                  <a:pt x="869981" y="57522"/>
                  <a:pt x="873823" y="57522"/>
                </a:cubicBezTo>
                <a:cubicBezTo>
                  <a:pt x="877665" y="57522"/>
                  <a:pt x="880633" y="56195"/>
                  <a:pt x="882729" y="53540"/>
                </a:cubicBezTo>
                <a:cubicBezTo>
                  <a:pt x="884824" y="50886"/>
                  <a:pt x="885872" y="46206"/>
                  <a:pt x="885872" y="39501"/>
                </a:cubicBezTo>
                <a:lnTo>
                  <a:pt x="885872" y="1258"/>
                </a:lnTo>
                <a:lnTo>
                  <a:pt x="900750" y="1258"/>
                </a:lnTo>
                <a:lnTo>
                  <a:pt x="900750" y="37929"/>
                </a:lnTo>
                <a:cubicBezTo>
                  <a:pt x="900750" y="49384"/>
                  <a:pt x="898463" y="57731"/>
                  <a:pt x="893887" y="62970"/>
                </a:cubicBezTo>
                <a:cubicBezTo>
                  <a:pt x="889312" y="68209"/>
                  <a:pt x="882624" y="70828"/>
                  <a:pt x="873823" y="70828"/>
                </a:cubicBezTo>
                <a:cubicBezTo>
                  <a:pt x="864952" y="70828"/>
                  <a:pt x="858177" y="68209"/>
                  <a:pt x="853497" y="62970"/>
                </a:cubicBezTo>
                <a:cubicBezTo>
                  <a:pt x="848817" y="57731"/>
                  <a:pt x="846477" y="49384"/>
                  <a:pt x="846477" y="37929"/>
                </a:cubicBezTo>
                <a:close/>
                <a:moveTo>
                  <a:pt x="789746" y="1258"/>
                </a:moveTo>
                <a:lnTo>
                  <a:pt x="805148" y="1258"/>
                </a:lnTo>
                <a:lnTo>
                  <a:pt x="805148" y="56579"/>
                </a:lnTo>
                <a:lnTo>
                  <a:pt x="832180" y="56579"/>
                </a:lnTo>
                <a:lnTo>
                  <a:pt x="832180" y="69571"/>
                </a:lnTo>
                <a:lnTo>
                  <a:pt x="789746" y="69571"/>
                </a:lnTo>
                <a:close/>
                <a:moveTo>
                  <a:pt x="561146" y="1258"/>
                </a:moveTo>
                <a:lnTo>
                  <a:pt x="603894" y="1258"/>
                </a:lnTo>
                <a:lnTo>
                  <a:pt x="603894" y="14250"/>
                </a:lnTo>
                <a:lnTo>
                  <a:pt x="576548" y="14250"/>
                </a:lnTo>
                <a:lnTo>
                  <a:pt x="576548" y="27975"/>
                </a:lnTo>
                <a:lnTo>
                  <a:pt x="599808" y="27975"/>
                </a:lnTo>
                <a:lnTo>
                  <a:pt x="599808" y="40863"/>
                </a:lnTo>
                <a:lnTo>
                  <a:pt x="576548" y="40863"/>
                </a:lnTo>
                <a:lnTo>
                  <a:pt x="576548" y="56579"/>
                </a:lnTo>
                <a:lnTo>
                  <a:pt x="604942" y="56579"/>
                </a:lnTo>
                <a:lnTo>
                  <a:pt x="604942" y="69571"/>
                </a:lnTo>
                <a:lnTo>
                  <a:pt x="561146" y="69571"/>
                </a:lnTo>
                <a:close/>
                <a:moveTo>
                  <a:pt x="495195" y="1258"/>
                </a:moveTo>
                <a:lnTo>
                  <a:pt x="511540" y="1258"/>
                </a:lnTo>
                <a:lnTo>
                  <a:pt x="519712" y="33109"/>
                </a:lnTo>
                <a:cubicBezTo>
                  <a:pt x="520760" y="36881"/>
                  <a:pt x="521685" y="40531"/>
                  <a:pt x="522489" y="44058"/>
                </a:cubicBezTo>
                <a:cubicBezTo>
                  <a:pt x="523292" y="47586"/>
                  <a:pt x="524217" y="51235"/>
                  <a:pt x="525265" y="55007"/>
                </a:cubicBezTo>
                <a:lnTo>
                  <a:pt x="525684" y="55007"/>
                </a:lnTo>
                <a:cubicBezTo>
                  <a:pt x="526662" y="51235"/>
                  <a:pt x="527570" y="47586"/>
                  <a:pt x="528408" y="44058"/>
                </a:cubicBezTo>
                <a:cubicBezTo>
                  <a:pt x="529247" y="40531"/>
                  <a:pt x="530155" y="36881"/>
                  <a:pt x="531133" y="33109"/>
                </a:cubicBezTo>
                <a:lnTo>
                  <a:pt x="539200" y="1258"/>
                </a:lnTo>
                <a:lnTo>
                  <a:pt x="554917" y="1258"/>
                </a:lnTo>
                <a:lnTo>
                  <a:pt x="534381" y="69571"/>
                </a:lnTo>
                <a:lnTo>
                  <a:pt x="515835" y="69571"/>
                </a:lnTo>
                <a:close/>
                <a:moveTo>
                  <a:pt x="475421" y="1258"/>
                </a:moveTo>
                <a:lnTo>
                  <a:pt x="490823" y="1258"/>
                </a:lnTo>
                <a:lnTo>
                  <a:pt x="490823" y="69571"/>
                </a:lnTo>
                <a:lnTo>
                  <a:pt x="475421" y="69571"/>
                </a:lnTo>
                <a:close/>
                <a:moveTo>
                  <a:pt x="412823" y="1258"/>
                </a:moveTo>
                <a:lnTo>
                  <a:pt x="465839" y="1258"/>
                </a:lnTo>
                <a:lnTo>
                  <a:pt x="465839" y="14250"/>
                </a:lnTo>
                <a:lnTo>
                  <a:pt x="447084" y="14250"/>
                </a:lnTo>
                <a:lnTo>
                  <a:pt x="447084" y="69571"/>
                </a:lnTo>
                <a:lnTo>
                  <a:pt x="431577" y="69571"/>
                </a:lnTo>
                <a:lnTo>
                  <a:pt x="431577" y="14250"/>
                </a:lnTo>
                <a:lnTo>
                  <a:pt x="412823" y="14250"/>
                </a:lnTo>
                <a:close/>
                <a:moveTo>
                  <a:pt x="265871" y="1258"/>
                </a:moveTo>
                <a:lnTo>
                  <a:pt x="282740" y="1258"/>
                </a:lnTo>
                <a:lnTo>
                  <a:pt x="293741" y="31642"/>
                </a:lnTo>
                <a:cubicBezTo>
                  <a:pt x="294440" y="33668"/>
                  <a:pt x="295103" y="35746"/>
                  <a:pt x="295732" y="37877"/>
                </a:cubicBezTo>
                <a:cubicBezTo>
                  <a:pt x="296360" y="40007"/>
                  <a:pt x="297024" y="42120"/>
                  <a:pt x="297723" y="44215"/>
                </a:cubicBezTo>
                <a:lnTo>
                  <a:pt x="298142" y="44215"/>
                </a:lnTo>
                <a:cubicBezTo>
                  <a:pt x="298840" y="42120"/>
                  <a:pt x="299486" y="40007"/>
                  <a:pt x="300080" y="37877"/>
                </a:cubicBezTo>
                <a:cubicBezTo>
                  <a:pt x="300674" y="35746"/>
                  <a:pt x="301320" y="33668"/>
                  <a:pt x="302018" y="31642"/>
                </a:cubicBezTo>
                <a:lnTo>
                  <a:pt x="312810" y="1258"/>
                </a:lnTo>
                <a:lnTo>
                  <a:pt x="329574" y="1258"/>
                </a:lnTo>
                <a:lnTo>
                  <a:pt x="329574" y="69571"/>
                </a:lnTo>
                <a:lnTo>
                  <a:pt x="315534" y="69571"/>
                </a:lnTo>
                <a:lnTo>
                  <a:pt x="315534" y="44530"/>
                </a:lnTo>
                <a:cubicBezTo>
                  <a:pt x="315534" y="42853"/>
                  <a:pt x="315604" y="41002"/>
                  <a:pt x="315744" y="38977"/>
                </a:cubicBezTo>
                <a:cubicBezTo>
                  <a:pt x="315884" y="36951"/>
                  <a:pt x="316058" y="34908"/>
                  <a:pt x="316268" y="32847"/>
                </a:cubicBezTo>
                <a:cubicBezTo>
                  <a:pt x="316477" y="30787"/>
                  <a:pt x="316687" y="28761"/>
                  <a:pt x="316896" y="26770"/>
                </a:cubicBezTo>
                <a:cubicBezTo>
                  <a:pt x="317106" y="24780"/>
                  <a:pt x="317315" y="22946"/>
                  <a:pt x="317525" y="21270"/>
                </a:cubicBezTo>
                <a:lnTo>
                  <a:pt x="317106" y="21270"/>
                </a:lnTo>
                <a:lnTo>
                  <a:pt x="311553" y="37510"/>
                </a:lnTo>
                <a:lnTo>
                  <a:pt x="301809" y="63599"/>
                </a:lnTo>
                <a:lnTo>
                  <a:pt x="293322" y="63599"/>
                </a:lnTo>
                <a:lnTo>
                  <a:pt x="283578" y="37510"/>
                </a:lnTo>
                <a:lnTo>
                  <a:pt x="278130" y="21270"/>
                </a:lnTo>
                <a:lnTo>
                  <a:pt x="277711" y="21270"/>
                </a:lnTo>
                <a:cubicBezTo>
                  <a:pt x="277920" y="22946"/>
                  <a:pt x="278130" y="24780"/>
                  <a:pt x="278339" y="26770"/>
                </a:cubicBezTo>
                <a:cubicBezTo>
                  <a:pt x="278549" y="28761"/>
                  <a:pt x="278758" y="30787"/>
                  <a:pt x="278968" y="32847"/>
                </a:cubicBezTo>
                <a:cubicBezTo>
                  <a:pt x="279177" y="34908"/>
                  <a:pt x="279352" y="36951"/>
                  <a:pt x="279492" y="38977"/>
                </a:cubicBezTo>
                <a:cubicBezTo>
                  <a:pt x="279631" y="41002"/>
                  <a:pt x="279701" y="42853"/>
                  <a:pt x="279701" y="44530"/>
                </a:cubicBezTo>
                <a:lnTo>
                  <a:pt x="279701" y="69571"/>
                </a:lnTo>
                <a:lnTo>
                  <a:pt x="265871" y="69571"/>
                </a:lnTo>
                <a:close/>
                <a:moveTo>
                  <a:pt x="127073" y="1258"/>
                </a:moveTo>
                <a:lnTo>
                  <a:pt x="180089" y="1258"/>
                </a:lnTo>
                <a:lnTo>
                  <a:pt x="180089" y="14250"/>
                </a:lnTo>
                <a:lnTo>
                  <a:pt x="161334" y="14250"/>
                </a:lnTo>
                <a:lnTo>
                  <a:pt x="161334" y="69571"/>
                </a:lnTo>
                <a:lnTo>
                  <a:pt x="145827" y="69571"/>
                </a:lnTo>
                <a:lnTo>
                  <a:pt x="145827" y="14250"/>
                </a:lnTo>
                <a:lnTo>
                  <a:pt x="127073" y="14250"/>
                </a:lnTo>
                <a:close/>
                <a:moveTo>
                  <a:pt x="65427" y="1258"/>
                </a:moveTo>
                <a:lnTo>
                  <a:pt x="80934" y="1258"/>
                </a:lnTo>
                <a:lnTo>
                  <a:pt x="80934" y="39501"/>
                </a:lnTo>
                <a:cubicBezTo>
                  <a:pt x="80934" y="46206"/>
                  <a:pt x="81946" y="50886"/>
                  <a:pt x="83972" y="53540"/>
                </a:cubicBezTo>
                <a:cubicBezTo>
                  <a:pt x="85998" y="56195"/>
                  <a:pt x="88931" y="57522"/>
                  <a:pt x="92773" y="57522"/>
                </a:cubicBezTo>
                <a:cubicBezTo>
                  <a:pt x="96615" y="57522"/>
                  <a:pt x="99583" y="56195"/>
                  <a:pt x="101679" y="53540"/>
                </a:cubicBezTo>
                <a:cubicBezTo>
                  <a:pt x="103774" y="50886"/>
                  <a:pt x="104822" y="46206"/>
                  <a:pt x="104822" y="39501"/>
                </a:cubicBezTo>
                <a:lnTo>
                  <a:pt x="104822" y="1258"/>
                </a:lnTo>
                <a:lnTo>
                  <a:pt x="119700" y="1258"/>
                </a:lnTo>
                <a:lnTo>
                  <a:pt x="119700" y="37929"/>
                </a:lnTo>
                <a:cubicBezTo>
                  <a:pt x="119700" y="49384"/>
                  <a:pt x="117413" y="57731"/>
                  <a:pt x="112838" y="62970"/>
                </a:cubicBezTo>
                <a:cubicBezTo>
                  <a:pt x="108262" y="68209"/>
                  <a:pt x="101574" y="70828"/>
                  <a:pt x="92773" y="70828"/>
                </a:cubicBezTo>
                <a:cubicBezTo>
                  <a:pt x="83902" y="70828"/>
                  <a:pt x="77127" y="68209"/>
                  <a:pt x="72447" y="62970"/>
                </a:cubicBezTo>
                <a:cubicBezTo>
                  <a:pt x="67767" y="57731"/>
                  <a:pt x="65427" y="49384"/>
                  <a:pt x="65427" y="37929"/>
                </a:cubicBezTo>
                <a:close/>
                <a:moveTo>
                  <a:pt x="21374" y="1258"/>
                </a:moveTo>
                <a:lnTo>
                  <a:pt x="39919" y="1258"/>
                </a:lnTo>
                <a:lnTo>
                  <a:pt x="61293" y="69571"/>
                </a:lnTo>
                <a:lnTo>
                  <a:pt x="44948" y="69571"/>
                </a:lnTo>
                <a:lnTo>
                  <a:pt x="40757" y="53331"/>
                </a:lnTo>
                <a:lnTo>
                  <a:pt x="19907" y="53331"/>
                </a:lnTo>
                <a:lnTo>
                  <a:pt x="15716" y="69571"/>
                </a:lnTo>
                <a:lnTo>
                  <a:pt x="0" y="69571"/>
                </a:lnTo>
                <a:close/>
                <a:moveTo>
                  <a:pt x="1164802" y="0"/>
                </a:moveTo>
                <a:cubicBezTo>
                  <a:pt x="1168783" y="0"/>
                  <a:pt x="1172713" y="769"/>
                  <a:pt x="1176589" y="2305"/>
                </a:cubicBezTo>
                <a:cubicBezTo>
                  <a:pt x="1180466" y="3842"/>
                  <a:pt x="1183871" y="6077"/>
                  <a:pt x="1186805" y="9011"/>
                </a:cubicBezTo>
                <a:lnTo>
                  <a:pt x="1178947" y="18755"/>
                </a:lnTo>
                <a:cubicBezTo>
                  <a:pt x="1176711" y="17009"/>
                  <a:pt x="1174476" y="15664"/>
                  <a:pt x="1172241" y="14721"/>
                </a:cubicBezTo>
                <a:cubicBezTo>
                  <a:pt x="1170006" y="13778"/>
                  <a:pt x="1167526" y="13307"/>
                  <a:pt x="1164802" y="13307"/>
                </a:cubicBezTo>
                <a:cubicBezTo>
                  <a:pt x="1162148" y="13307"/>
                  <a:pt x="1160035" y="13848"/>
                  <a:pt x="1158463" y="14931"/>
                </a:cubicBezTo>
                <a:cubicBezTo>
                  <a:pt x="1156891" y="16014"/>
                  <a:pt x="1156106" y="17533"/>
                  <a:pt x="1156106" y="19489"/>
                </a:cubicBezTo>
                <a:cubicBezTo>
                  <a:pt x="1156106" y="20536"/>
                  <a:pt x="1156368" y="21427"/>
                  <a:pt x="1156891" y="22160"/>
                </a:cubicBezTo>
                <a:cubicBezTo>
                  <a:pt x="1157415" y="22894"/>
                  <a:pt x="1158149" y="23557"/>
                  <a:pt x="1159092" y="24151"/>
                </a:cubicBezTo>
                <a:cubicBezTo>
                  <a:pt x="1160035" y="24745"/>
                  <a:pt x="1161135" y="25304"/>
                  <a:pt x="1162392" y="25827"/>
                </a:cubicBezTo>
                <a:cubicBezTo>
                  <a:pt x="1163649" y="26351"/>
                  <a:pt x="1165012" y="26928"/>
                  <a:pt x="1166478" y="27556"/>
                </a:cubicBezTo>
                <a:lnTo>
                  <a:pt x="1175280" y="31119"/>
                </a:lnTo>
                <a:cubicBezTo>
                  <a:pt x="1179471" y="32795"/>
                  <a:pt x="1182771" y="35100"/>
                  <a:pt x="1185181" y="38034"/>
                </a:cubicBezTo>
                <a:cubicBezTo>
                  <a:pt x="1187591" y="40967"/>
                  <a:pt x="1188795" y="44844"/>
                  <a:pt x="1188795" y="49664"/>
                </a:cubicBezTo>
                <a:cubicBezTo>
                  <a:pt x="1188795" y="52528"/>
                  <a:pt x="1188219" y="55234"/>
                  <a:pt x="1187067" y="57784"/>
                </a:cubicBezTo>
                <a:cubicBezTo>
                  <a:pt x="1185914" y="60333"/>
                  <a:pt x="1184238" y="62569"/>
                  <a:pt x="1182037" y="64489"/>
                </a:cubicBezTo>
                <a:cubicBezTo>
                  <a:pt x="1179837" y="66410"/>
                  <a:pt x="1177131" y="67947"/>
                  <a:pt x="1173917" y="69100"/>
                </a:cubicBezTo>
                <a:cubicBezTo>
                  <a:pt x="1170704" y="70252"/>
                  <a:pt x="1167072" y="70828"/>
                  <a:pt x="1163021" y="70828"/>
                </a:cubicBezTo>
                <a:cubicBezTo>
                  <a:pt x="1158550" y="70828"/>
                  <a:pt x="1154097" y="70008"/>
                  <a:pt x="1149662" y="68366"/>
                </a:cubicBezTo>
                <a:cubicBezTo>
                  <a:pt x="1145227" y="66725"/>
                  <a:pt x="1141263" y="64262"/>
                  <a:pt x="1137770" y="60979"/>
                </a:cubicBezTo>
                <a:lnTo>
                  <a:pt x="1146571" y="50397"/>
                </a:lnTo>
                <a:cubicBezTo>
                  <a:pt x="1149016" y="52493"/>
                  <a:pt x="1151723" y="54204"/>
                  <a:pt x="1154691" y="55531"/>
                </a:cubicBezTo>
                <a:cubicBezTo>
                  <a:pt x="1157660" y="56858"/>
                  <a:pt x="1160576" y="57522"/>
                  <a:pt x="1163440" y="57522"/>
                </a:cubicBezTo>
                <a:cubicBezTo>
                  <a:pt x="1166653" y="57522"/>
                  <a:pt x="1169045" y="56928"/>
                  <a:pt x="1170617" y="55741"/>
                </a:cubicBezTo>
                <a:cubicBezTo>
                  <a:pt x="1172189" y="54553"/>
                  <a:pt x="1172975" y="52947"/>
                  <a:pt x="1172975" y="50921"/>
                </a:cubicBezTo>
                <a:cubicBezTo>
                  <a:pt x="1172975" y="49873"/>
                  <a:pt x="1172747" y="48965"/>
                  <a:pt x="1172293" y="48197"/>
                </a:cubicBezTo>
                <a:cubicBezTo>
                  <a:pt x="1171839" y="47429"/>
                  <a:pt x="1171176" y="46748"/>
                  <a:pt x="1170303" y="46154"/>
                </a:cubicBezTo>
                <a:cubicBezTo>
                  <a:pt x="1169429" y="45560"/>
                  <a:pt x="1168382" y="45001"/>
                  <a:pt x="1167159" y="44477"/>
                </a:cubicBezTo>
                <a:cubicBezTo>
                  <a:pt x="1165937" y="43954"/>
                  <a:pt x="1164593" y="43377"/>
                  <a:pt x="1163126" y="42749"/>
                </a:cubicBezTo>
                <a:lnTo>
                  <a:pt x="1154220" y="38977"/>
                </a:lnTo>
                <a:cubicBezTo>
                  <a:pt x="1152473" y="38278"/>
                  <a:pt x="1150780" y="37370"/>
                  <a:pt x="1149138" y="36253"/>
                </a:cubicBezTo>
                <a:cubicBezTo>
                  <a:pt x="1147497" y="35135"/>
                  <a:pt x="1146030" y="33825"/>
                  <a:pt x="1144738" y="32324"/>
                </a:cubicBezTo>
                <a:cubicBezTo>
                  <a:pt x="1143445" y="30822"/>
                  <a:pt x="1142415" y="29075"/>
                  <a:pt x="1141647" y="27085"/>
                </a:cubicBezTo>
                <a:cubicBezTo>
                  <a:pt x="1140878" y="25094"/>
                  <a:pt x="1140494" y="22841"/>
                  <a:pt x="1140494" y="20327"/>
                </a:cubicBezTo>
                <a:cubicBezTo>
                  <a:pt x="1140494" y="17533"/>
                  <a:pt x="1141088" y="14896"/>
                  <a:pt x="1142275" y="12416"/>
                </a:cubicBezTo>
                <a:cubicBezTo>
                  <a:pt x="1143463" y="9937"/>
                  <a:pt x="1145139" y="7771"/>
                  <a:pt x="1147305" y="5920"/>
                </a:cubicBezTo>
                <a:cubicBezTo>
                  <a:pt x="1149470" y="4069"/>
                  <a:pt x="1152037" y="2620"/>
                  <a:pt x="1155005" y="1572"/>
                </a:cubicBezTo>
                <a:cubicBezTo>
                  <a:pt x="1157974" y="524"/>
                  <a:pt x="1161240" y="0"/>
                  <a:pt x="1164802" y="0"/>
                </a:cubicBezTo>
                <a:close/>
                <a:moveTo>
                  <a:pt x="1027061" y="0"/>
                </a:moveTo>
                <a:cubicBezTo>
                  <a:pt x="1031671" y="0"/>
                  <a:pt x="1035880" y="786"/>
                  <a:pt x="1039687" y="2358"/>
                </a:cubicBezTo>
                <a:cubicBezTo>
                  <a:pt x="1043493" y="3929"/>
                  <a:pt x="1046759" y="6217"/>
                  <a:pt x="1049483" y="9221"/>
                </a:cubicBezTo>
                <a:cubicBezTo>
                  <a:pt x="1052207" y="12224"/>
                  <a:pt x="1054320" y="15909"/>
                  <a:pt x="1055822" y="20274"/>
                </a:cubicBezTo>
                <a:cubicBezTo>
                  <a:pt x="1057324" y="24640"/>
                  <a:pt x="1058075" y="29582"/>
                  <a:pt x="1058075" y="35100"/>
                </a:cubicBezTo>
                <a:cubicBezTo>
                  <a:pt x="1058075" y="40688"/>
                  <a:pt x="1057324" y="45682"/>
                  <a:pt x="1055822" y="50083"/>
                </a:cubicBezTo>
                <a:cubicBezTo>
                  <a:pt x="1054320" y="54483"/>
                  <a:pt x="1052207" y="58220"/>
                  <a:pt x="1049483" y="61294"/>
                </a:cubicBezTo>
                <a:cubicBezTo>
                  <a:pt x="1046759" y="64367"/>
                  <a:pt x="1043493" y="66725"/>
                  <a:pt x="1039687" y="68366"/>
                </a:cubicBezTo>
                <a:cubicBezTo>
                  <a:pt x="1035880" y="70008"/>
                  <a:pt x="1031671" y="70828"/>
                  <a:pt x="1027061" y="70828"/>
                </a:cubicBezTo>
                <a:cubicBezTo>
                  <a:pt x="1022451" y="70828"/>
                  <a:pt x="1018243" y="70008"/>
                  <a:pt x="1014436" y="68366"/>
                </a:cubicBezTo>
                <a:cubicBezTo>
                  <a:pt x="1010629" y="66725"/>
                  <a:pt x="1007364" y="64367"/>
                  <a:pt x="1004639" y="61294"/>
                </a:cubicBezTo>
                <a:cubicBezTo>
                  <a:pt x="1001915" y="58220"/>
                  <a:pt x="999802" y="54483"/>
                  <a:pt x="998301" y="50083"/>
                </a:cubicBezTo>
                <a:cubicBezTo>
                  <a:pt x="996799" y="45682"/>
                  <a:pt x="996048" y="40688"/>
                  <a:pt x="996048" y="35100"/>
                </a:cubicBezTo>
                <a:cubicBezTo>
                  <a:pt x="996048" y="29512"/>
                  <a:pt x="996799" y="24535"/>
                  <a:pt x="998301" y="20170"/>
                </a:cubicBezTo>
                <a:cubicBezTo>
                  <a:pt x="999802" y="15804"/>
                  <a:pt x="1001915" y="12137"/>
                  <a:pt x="1004639" y="9168"/>
                </a:cubicBezTo>
                <a:cubicBezTo>
                  <a:pt x="1007364" y="6200"/>
                  <a:pt x="1010629" y="3929"/>
                  <a:pt x="1014436" y="2358"/>
                </a:cubicBezTo>
                <a:cubicBezTo>
                  <a:pt x="1018243" y="786"/>
                  <a:pt x="1022451" y="0"/>
                  <a:pt x="1027061" y="0"/>
                </a:cubicBezTo>
                <a:close/>
                <a:moveTo>
                  <a:pt x="741311" y="0"/>
                </a:moveTo>
                <a:cubicBezTo>
                  <a:pt x="745921" y="0"/>
                  <a:pt x="750130" y="786"/>
                  <a:pt x="753937" y="2358"/>
                </a:cubicBezTo>
                <a:cubicBezTo>
                  <a:pt x="757743" y="3929"/>
                  <a:pt x="761009" y="6217"/>
                  <a:pt x="763733" y="9221"/>
                </a:cubicBezTo>
                <a:cubicBezTo>
                  <a:pt x="766457" y="12224"/>
                  <a:pt x="768570" y="15909"/>
                  <a:pt x="770072" y="20274"/>
                </a:cubicBezTo>
                <a:cubicBezTo>
                  <a:pt x="771574" y="24640"/>
                  <a:pt x="772325" y="29582"/>
                  <a:pt x="772325" y="35100"/>
                </a:cubicBezTo>
                <a:cubicBezTo>
                  <a:pt x="772325" y="40688"/>
                  <a:pt x="771574" y="45682"/>
                  <a:pt x="770072" y="50083"/>
                </a:cubicBezTo>
                <a:cubicBezTo>
                  <a:pt x="768570" y="54483"/>
                  <a:pt x="766457" y="58220"/>
                  <a:pt x="763733" y="61294"/>
                </a:cubicBezTo>
                <a:cubicBezTo>
                  <a:pt x="761009" y="64367"/>
                  <a:pt x="757743" y="66725"/>
                  <a:pt x="753937" y="68366"/>
                </a:cubicBezTo>
                <a:cubicBezTo>
                  <a:pt x="750130" y="70008"/>
                  <a:pt x="745921" y="70828"/>
                  <a:pt x="741311" y="70828"/>
                </a:cubicBezTo>
                <a:cubicBezTo>
                  <a:pt x="736701" y="70828"/>
                  <a:pt x="732493" y="70008"/>
                  <a:pt x="728686" y="68366"/>
                </a:cubicBezTo>
                <a:cubicBezTo>
                  <a:pt x="724879" y="66725"/>
                  <a:pt x="721614" y="64367"/>
                  <a:pt x="718889" y="61294"/>
                </a:cubicBezTo>
                <a:cubicBezTo>
                  <a:pt x="716165" y="58220"/>
                  <a:pt x="714052" y="54483"/>
                  <a:pt x="712551" y="50083"/>
                </a:cubicBezTo>
                <a:cubicBezTo>
                  <a:pt x="711049" y="45682"/>
                  <a:pt x="710298" y="40688"/>
                  <a:pt x="710298" y="35100"/>
                </a:cubicBezTo>
                <a:cubicBezTo>
                  <a:pt x="710298" y="29512"/>
                  <a:pt x="711049" y="24535"/>
                  <a:pt x="712551" y="20170"/>
                </a:cubicBezTo>
                <a:cubicBezTo>
                  <a:pt x="714052" y="15804"/>
                  <a:pt x="716165" y="12137"/>
                  <a:pt x="718889" y="9168"/>
                </a:cubicBezTo>
                <a:cubicBezTo>
                  <a:pt x="721614" y="6200"/>
                  <a:pt x="724879" y="3929"/>
                  <a:pt x="728686" y="2358"/>
                </a:cubicBezTo>
                <a:cubicBezTo>
                  <a:pt x="732493" y="786"/>
                  <a:pt x="736701" y="0"/>
                  <a:pt x="741311" y="0"/>
                </a:cubicBezTo>
                <a:close/>
                <a:moveTo>
                  <a:pt x="679027" y="0"/>
                </a:moveTo>
                <a:cubicBezTo>
                  <a:pt x="683009" y="0"/>
                  <a:pt x="686938" y="769"/>
                  <a:pt x="690814" y="2305"/>
                </a:cubicBezTo>
                <a:cubicBezTo>
                  <a:pt x="694691" y="3842"/>
                  <a:pt x="698096" y="6077"/>
                  <a:pt x="701030" y="9011"/>
                </a:cubicBezTo>
                <a:lnTo>
                  <a:pt x="693172" y="18755"/>
                </a:lnTo>
                <a:cubicBezTo>
                  <a:pt x="690937" y="17009"/>
                  <a:pt x="688701" y="15664"/>
                  <a:pt x="686466" y="14721"/>
                </a:cubicBezTo>
                <a:cubicBezTo>
                  <a:pt x="684231" y="13778"/>
                  <a:pt x="681751" y="13307"/>
                  <a:pt x="679027" y="13307"/>
                </a:cubicBezTo>
                <a:cubicBezTo>
                  <a:pt x="676373" y="13307"/>
                  <a:pt x="674260" y="13848"/>
                  <a:pt x="672688" y="14931"/>
                </a:cubicBezTo>
                <a:cubicBezTo>
                  <a:pt x="671117" y="16014"/>
                  <a:pt x="670331" y="17533"/>
                  <a:pt x="670331" y="19489"/>
                </a:cubicBezTo>
                <a:cubicBezTo>
                  <a:pt x="670331" y="20536"/>
                  <a:pt x="670593" y="21427"/>
                  <a:pt x="671117" y="22160"/>
                </a:cubicBezTo>
                <a:cubicBezTo>
                  <a:pt x="671641" y="22894"/>
                  <a:pt x="672374" y="23557"/>
                  <a:pt x="673317" y="24151"/>
                </a:cubicBezTo>
                <a:cubicBezTo>
                  <a:pt x="674260" y="24745"/>
                  <a:pt x="675360" y="25304"/>
                  <a:pt x="676617" y="25827"/>
                </a:cubicBezTo>
                <a:cubicBezTo>
                  <a:pt x="677875" y="26351"/>
                  <a:pt x="679237" y="26928"/>
                  <a:pt x="680704" y="27556"/>
                </a:cubicBezTo>
                <a:lnTo>
                  <a:pt x="689505" y="31119"/>
                </a:lnTo>
                <a:cubicBezTo>
                  <a:pt x="693696" y="32795"/>
                  <a:pt x="696996" y="35100"/>
                  <a:pt x="699406" y="38034"/>
                </a:cubicBezTo>
                <a:cubicBezTo>
                  <a:pt x="701816" y="40967"/>
                  <a:pt x="703021" y="44844"/>
                  <a:pt x="703021" y="49664"/>
                </a:cubicBezTo>
                <a:cubicBezTo>
                  <a:pt x="703021" y="52528"/>
                  <a:pt x="702445" y="55234"/>
                  <a:pt x="701292" y="57784"/>
                </a:cubicBezTo>
                <a:cubicBezTo>
                  <a:pt x="700139" y="60333"/>
                  <a:pt x="698463" y="62569"/>
                  <a:pt x="696263" y="64489"/>
                </a:cubicBezTo>
                <a:cubicBezTo>
                  <a:pt x="694062" y="66410"/>
                  <a:pt x="691356" y="67947"/>
                  <a:pt x="688143" y="69100"/>
                </a:cubicBezTo>
                <a:cubicBezTo>
                  <a:pt x="684930" y="70252"/>
                  <a:pt x="681297" y="70828"/>
                  <a:pt x="677246" y="70828"/>
                </a:cubicBezTo>
                <a:cubicBezTo>
                  <a:pt x="672776" y="70828"/>
                  <a:pt x="668323" y="70008"/>
                  <a:pt x="663887" y="68366"/>
                </a:cubicBezTo>
                <a:cubicBezTo>
                  <a:pt x="659452" y="66725"/>
                  <a:pt x="655488" y="64262"/>
                  <a:pt x="651995" y="60979"/>
                </a:cubicBezTo>
                <a:lnTo>
                  <a:pt x="660796" y="50397"/>
                </a:lnTo>
                <a:cubicBezTo>
                  <a:pt x="663241" y="52493"/>
                  <a:pt x="665948" y="54204"/>
                  <a:pt x="668916" y="55531"/>
                </a:cubicBezTo>
                <a:cubicBezTo>
                  <a:pt x="671885" y="56858"/>
                  <a:pt x="674801" y="57522"/>
                  <a:pt x="677665" y="57522"/>
                </a:cubicBezTo>
                <a:cubicBezTo>
                  <a:pt x="680878" y="57522"/>
                  <a:pt x="683271" y="56928"/>
                  <a:pt x="684842" y="55741"/>
                </a:cubicBezTo>
                <a:cubicBezTo>
                  <a:pt x="686414" y="54553"/>
                  <a:pt x="687200" y="52947"/>
                  <a:pt x="687200" y="50921"/>
                </a:cubicBezTo>
                <a:cubicBezTo>
                  <a:pt x="687200" y="49873"/>
                  <a:pt x="686973" y="48965"/>
                  <a:pt x="686519" y="48197"/>
                </a:cubicBezTo>
                <a:cubicBezTo>
                  <a:pt x="686065" y="47429"/>
                  <a:pt x="685401" y="46748"/>
                  <a:pt x="684528" y="46154"/>
                </a:cubicBezTo>
                <a:cubicBezTo>
                  <a:pt x="683655" y="45560"/>
                  <a:pt x="682607" y="45001"/>
                  <a:pt x="681385" y="44477"/>
                </a:cubicBezTo>
                <a:cubicBezTo>
                  <a:pt x="680162" y="43954"/>
                  <a:pt x="678818" y="43377"/>
                  <a:pt x="677351" y="42749"/>
                </a:cubicBezTo>
                <a:lnTo>
                  <a:pt x="668445" y="38977"/>
                </a:lnTo>
                <a:cubicBezTo>
                  <a:pt x="666699" y="38278"/>
                  <a:pt x="665005" y="37370"/>
                  <a:pt x="663363" y="36253"/>
                </a:cubicBezTo>
                <a:cubicBezTo>
                  <a:pt x="661722" y="35135"/>
                  <a:pt x="660255" y="33825"/>
                  <a:pt x="658963" y="32324"/>
                </a:cubicBezTo>
                <a:cubicBezTo>
                  <a:pt x="657671" y="30822"/>
                  <a:pt x="656640" y="29075"/>
                  <a:pt x="655872" y="27085"/>
                </a:cubicBezTo>
                <a:cubicBezTo>
                  <a:pt x="655104" y="25094"/>
                  <a:pt x="654719" y="22841"/>
                  <a:pt x="654720" y="20327"/>
                </a:cubicBezTo>
                <a:cubicBezTo>
                  <a:pt x="654719" y="17533"/>
                  <a:pt x="655313" y="14896"/>
                  <a:pt x="656501" y="12416"/>
                </a:cubicBezTo>
                <a:cubicBezTo>
                  <a:pt x="657688" y="9937"/>
                  <a:pt x="659364" y="7771"/>
                  <a:pt x="661530" y="5920"/>
                </a:cubicBezTo>
                <a:cubicBezTo>
                  <a:pt x="663695" y="4069"/>
                  <a:pt x="666262" y="2620"/>
                  <a:pt x="669231" y="1572"/>
                </a:cubicBezTo>
                <a:cubicBezTo>
                  <a:pt x="672199" y="524"/>
                  <a:pt x="675465" y="0"/>
                  <a:pt x="679027" y="0"/>
                </a:cubicBezTo>
                <a:close/>
                <a:moveTo>
                  <a:pt x="369836" y="0"/>
                </a:moveTo>
                <a:cubicBezTo>
                  <a:pt x="374446" y="0"/>
                  <a:pt x="378655" y="786"/>
                  <a:pt x="382462" y="2358"/>
                </a:cubicBezTo>
                <a:cubicBezTo>
                  <a:pt x="386268" y="3929"/>
                  <a:pt x="389534" y="6217"/>
                  <a:pt x="392258" y="9221"/>
                </a:cubicBezTo>
                <a:cubicBezTo>
                  <a:pt x="394982" y="12224"/>
                  <a:pt x="397095" y="15909"/>
                  <a:pt x="398597" y="20274"/>
                </a:cubicBezTo>
                <a:cubicBezTo>
                  <a:pt x="400099" y="24640"/>
                  <a:pt x="400850" y="29582"/>
                  <a:pt x="400850" y="35100"/>
                </a:cubicBezTo>
                <a:cubicBezTo>
                  <a:pt x="400850" y="40688"/>
                  <a:pt x="400099" y="45682"/>
                  <a:pt x="398597" y="50083"/>
                </a:cubicBezTo>
                <a:cubicBezTo>
                  <a:pt x="397095" y="54483"/>
                  <a:pt x="394982" y="58220"/>
                  <a:pt x="392258" y="61294"/>
                </a:cubicBezTo>
                <a:cubicBezTo>
                  <a:pt x="389534" y="64367"/>
                  <a:pt x="386268" y="66725"/>
                  <a:pt x="382462" y="68366"/>
                </a:cubicBezTo>
                <a:cubicBezTo>
                  <a:pt x="378655" y="70008"/>
                  <a:pt x="374446" y="70828"/>
                  <a:pt x="369836" y="70828"/>
                </a:cubicBezTo>
                <a:cubicBezTo>
                  <a:pt x="365226" y="70828"/>
                  <a:pt x="361018" y="70008"/>
                  <a:pt x="357211" y="68366"/>
                </a:cubicBezTo>
                <a:cubicBezTo>
                  <a:pt x="353404" y="66725"/>
                  <a:pt x="350139" y="64367"/>
                  <a:pt x="347414" y="61294"/>
                </a:cubicBezTo>
                <a:cubicBezTo>
                  <a:pt x="344690" y="58220"/>
                  <a:pt x="342577" y="54483"/>
                  <a:pt x="341076" y="50083"/>
                </a:cubicBezTo>
                <a:cubicBezTo>
                  <a:pt x="339574" y="45682"/>
                  <a:pt x="338823" y="40688"/>
                  <a:pt x="338823" y="35100"/>
                </a:cubicBezTo>
                <a:cubicBezTo>
                  <a:pt x="338823" y="29512"/>
                  <a:pt x="339574" y="24535"/>
                  <a:pt x="341076" y="20170"/>
                </a:cubicBezTo>
                <a:cubicBezTo>
                  <a:pt x="342577" y="15804"/>
                  <a:pt x="344690" y="12137"/>
                  <a:pt x="347414" y="9168"/>
                </a:cubicBezTo>
                <a:cubicBezTo>
                  <a:pt x="350139" y="6200"/>
                  <a:pt x="353404" y="3929"/>
                  <a:pt x="357211" y="2358"/>
                </a:cubicBezTo>
                <a:cubicBezTo>
                  <a:pt x="361018" y="786"/>
                  <a:pt x="365226" y="0"/>
                  <a:pt x="369836" y="0"/>
                </a:cubicBezTo>
                <a:close/>
                <a:moveTo>
                  <a:pt x="217436" y="0"/>
                </a:moveTo>
                <a:cubicBezTo>
                  <a:pt x="222046" y="0"/>
                  <a:pt x="226255" y="786"/>
                  <a:pt x="230062" y="2358"/>
                </a:cubicBezTo>
                <a:cubicBezTo>
                  <a:pt x="233868" y="3929"/>
                  <a:pt x="237134" y="6217"/>
                  <a:pt x="239858" y="9221"/>
                </a:cubicBezTo>
                <a:cubicBezTo>
                  <a:pt x="242582" y="12224"/>
                  <a:pt x="244695" y="15909"/>
                  <a:pt x="246197" y="20274"/>
                </a:cubicBezTo>
                <a:cubicBezTo>
                  <a:pt x="247699" y="24640"/>
                  <a:pt x="248450" y="29582"/>
                  <a:pt x="248450" y="35100"/>
                </a:cubicBezTo>
                <a:cubicBezTo>
                  <a:pt x="248450" y="40688"/>
                  <a:pt x="247699" y="45682"/>
                  <a:pt x="246197" y="50083"/>
                </a:cubicBezTo>
                <a:cubicBezTo>
                  <a:pt x="244695" y="54483"/>
                  <a:pt x="242582" y="58220"/>
                  <a:pt x="239858" y="61294"/>
                </a:cubicBezTo>
                <a:cubicBezTo>
                  <a:pt x="237134" y="64367"/>
                  <a:pt x="233868" y="66725"/>
                  <a:pt x="230062" y="68366"/>
                </a:cubicBezTo>
                <a:cubicBezTo>
                  <a:pt x="226255" y="70008"/>
                  <a:pt x="222046" y="70828"/>
                  <a:pt x="217436" y="70828"/>
                </a:cubicBezTo>
                <a:cubicBezTo>
                  <a:pt x="212826" y="70828"/>
                  <a:pt x="208618" y="70008"/>
                  <a:pt x="204811" y="68366"/>
                </a:cubicBezTo>
                <a:cubicBezTo>
                  <a:pt x="201004" y="66725"/>
                  <a:pt x="197739" y="64367"/>
                  <a:pt x="195014" y="61294"/>
                </a:cubicBezTo>
                <a:cubicBezTo>
                  <a:pt x="192290" y="58220"/>
                  <a:pt x="190177" y="54483"/>
                  <a:pt x="188676" y="50083"/>
                </a:cubicBezTo>
                <a:cubicBezTo>
                  <a:pt x="187174" y="45682"/>
                  <a:pt x="186423" y="40688"/>
                  <a:pt x="186423" y="35100"/>
                </a:cubicBezTo>
                <a:cubicBezTo>
                  <a:pt x="186423" y="29512"/>
                  <a:pt x="187174" y="24535"/>
                  <a:pt x="188676" y="20170"/>
                </a:cubicBezTo>
                <a:cubicBezTo>
                  <a:pt x="190177" y="15804"/>
                  <a:pt x="192290" y="12137"/>
                  <a:pt x="195014" y="9168"/>
                </a:cubicBezTo>
                <a:cubicBezTo>
                  <a:pt x="197739" y="6200"/>
                  <a:pt x="201004" y="3929"/>
                  <a:pt x="204811" y="2358"/>
                </a:cubicBezTo>
                <a:cubicBezTo>
                  <a:pt x="208618" y="786"/>
                  <a:pt x="212826" y="0"/>
                  <a:pt x="21743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2" descr="A double decker bus on the street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53131"/>
            <a:ext cx="12192000" cy="2587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988" y="464369"/>
            <a:ext cx="2191223" cy="75102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2"/>
          <p:cNvSpPr/>
          <p:nvPr/>
        </p:nvSpPr>
        <p:spPr>
          <a:xfrm>
            <a:off x="0" y="6802711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2"/>
          <p:cNvPicPr preferRelativeResize="0"/>
          <p:nvPr/>
        </p:nvPicPr>
        <p:blipFill rotWithShape="1">
          <a:blip r:embed="rId4">
            <a:alphaModFix/>
          </a:blip>
          <a:srcRect l="84804" r="-3336"/>
          <a:stretch/>
        </p:blipFill>
        <p:spPr>
          <a:xfrm>
            <a:off x="9389518" y="534337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 txBox="1">
            <a:spLocks noGrp="1"/>
          </p:cNvSpPr>
          <p:nvPr>
            <p:ph type="title"/>
          </p:nvPr>
        </p:nvSpPr>
        <p:spPr>
          <a:xfrm>
            <a:off x="609601" y="4323872"/>
            <a:ext cx="11062411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33"/>
              <a:buFont typeface="Calibri"/>
              <a:buNone/>
              <a:defRPr sz="3733" b="1" i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1"/>
          </p:nvPr>
        </p:nvSpPr>
        <p:spPr>
          <a:xfrm>
            <a:off x="609602" y="5281153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Calibri"/>
              <a:buNone/>
              <a:defRPr sz="26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893A6"/>
              </a:buClr>
              <a:buSzPts val="2267"/>
              <a:buFont typeface="Calibri"/>
              <a:buNone/>
              <a:defRPr>
                <a:solidFill>
                  <a:srgbClr val="8893A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None/>
              <a:defRPr>
                <a:solidFill>
                  <a:srgbClr val="8893A6"/>
                </a:solidFill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893A6"/>
              </a:buClr>
              <a:buSzPts val="1867"/>
              <a:buFont typeface="Calibri"/>
              <a:buNone/>
              <a:defRPr>
                <a:solidFill>
                  <a:srgbClr val="8893A6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93A6"/>
              </a:buClr>
              <a:buSzPts val="2667"/>
              <a:buNone/>
              <a:defRPr>
                <a:solidFill>
                  <a:srgbClr val="8893A6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33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32">
          <p15:clr>
            <a:srgbClr val="FBAE40"/>
          </p15:clr>
        </p15:guide>
        <p15:guide id="2" orient="horz" pos="195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ntent Boxes">
  <p:cSld name="Title and Two Content Boxes">
    <p:bg>
      <p:bgPr>
        <a:solidFill>
          <a:schemeClr val="lt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body" idx="1"/>
          </p:nvPr>
        </p:nvSpPr>
        <p:spPr>
          <a:xfrm>
            <a:off x="6092791" y="1295400"/>
            <a:ext cx="5791200" cy="4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95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/>
            </a:lvl1pPr>
            <a:lvl2pPr marL="914400" lvl="1" indent="-381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/>
            </a:lvl2pPr>
            <a:lvl3pPr marL="1371600" lvl="2" indent="-36404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Char char="•"/>
              <a:defRPr sz="2133"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body" idx="2"/>
          </p:nvPr>
        </p:nvSpPr>
        <p:spPr>
          <a:xfrm>
            <a:off x="304799" y="1295400"/>
            <a:ext cx="5791200" cy="4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95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/>
            </a:lvl1pPr>
            <a:lvl2pPr marL="914400" lvl="1" indent="-381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/>
            </a:lvl2pPr>
            <a:lvl3pPr marL="1371600" lvl="2" indent="-36404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Char char="•"/>
              <a:defRPr sz="2133"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5791203" y="6487885"/>
            <a:ext cx="609600" cy="37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lank Content Area">
  <p:cSld name="Title and Blank Content Area">
    <p:bg>
      <p:bgPr>
        <a:solidFill>
          <a:schemeClr val="l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5791200" y="6474907"/>
            <a:ext cx="609600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PI Table Style">
  <p:cSld name=" PI Table Style">
    <p:bg>
      <p:bgPr>
        <a:solidFill>
          <a:schemeClr val="lt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 PI Table Style">
  <p:cSld name="2_ PI Table Style">
    <p:bg>
      <p:bgPr>
        <a:solidFill>
          <a:schemeClr val="lt2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5791203" y="6487885"/>
            <a:ext cx="609600" cy="37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ctr">
              <a:spcBef>
                <a:spcPts val="0"/>
              </a:spcBef>
              <a:buNone/>
              <a:defRPr sz="933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ubsection Transition Slide">
  <p:cSld name="1_Subsection Transition Slid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/>
          <p:nvPr/>
        </p:nvSpPr>
        <p:spPr>
          <a:xfrm>
            <a:off x="0" y="6797042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5625" y="6403860"/>
            <a:ext cx="300961" cy="309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C-DC Conversion Transition">
  <p:cSld name="AC-DC Conversion Transi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699645" y="644290"/>
            <a:ext cx="1200583" cy="94437"/>
          </a:xfrm>
          <a:custGeom>
            <a:avLst/>
            <a:gdLst/>
            <a:ahLst/>
            <a:cxnLst/>
            <a:rect l="l" t="t" r="r" b="b"/>
            <a:pathLst>
              <a:path w="900437" h="70828" extrusionOk="0">
                <a:moveTo>
                  <a:pt x="119434" y="37615"/>
                </a:moveTo>
                <a:lnTo>
                  <a:pt x="145209" y="37615"/>
                </a:lnTo>
                <a:lnTo>
                  <a:pt x="145209" y="48511"/>
                </a:lnTo>
                <a:lnTo>
                  <a:pt x="119434" y="48511"/>
                </a:lnTo>
                <a:close/>
                <a:moveTo>
                  <a:pt x="176499" y="13726"/>
                </a:moveTo>
                <a:lnTo>
                  <a:pt x="176499" y="57103"/>
                </a:lnTo>
                <a:lnTo>
                  <a:pt x="179432" y="57103"/>
                </a:lnTo>
                <a:cubicBezTo>
                  <a:pt x="182366" y="57103"/>
                  <a:pt x="185020" y="56719"/>
                  <a:pt x="187395" y="55950"/>
                </a:cubicBezTo>
                <a:cubicBezTo>
                  <a:pt x="189770" y="55182"/>
                  <a:pt x="191796" y="53942"/>
                  <a:pt x="193472" y="52231"/>
                </a:cubicBezTo>
                <a:cubicBezTo>
                  <a:pt x="195149" y="50519"/>
                  <a:pt x="196458" y="48267"/>
                  <a:pt x="197401" y="45473"/>
                </a:cubicBezTo>
                <a:cubicBezTo>
                  <a:pt x="198344" y="42679"/>
                  <a:pt x="198816" y="39221"/>
                  <a:pt x="198816" y="35100"/>
                </a:cubicBezTo>
                <a:cubicBezTo>
                  <a:pt x="198816" y="31049"/>
                  <a:pt x="198344" y="27644"/>
                  <a:pt x="197401" y="24884"/>
                </a:cubicBezTo>
                <a:cubicBezTo>
                  <a:pt x="196458" y="22125"/>
                  <a:pt x="195149" y="19925"/>
                  <a:pt x="193472" y="18284"/>
                </a:cubicBezTo>
                <a:cubicBezTo>
                  <a:pt x="191796" y="16642"/>
                  <a:pt x="189770" y="15472"/>
                  <a:pt x="187395" y="14774"/>
                </a:cubicBezTo>
                <a:cubicBezTo>
                  <a:pt x="185020" y="14075"/>
                  <a:pt x="182366" y="13726"/>
                  <a:pt x="179432" y="13726"/>
                </a:cubicBezTo>
                <a:close/>
                <a:moveTo>
                  <a:pt x="633699" y="13516"/>
                </a:moveTo>
                <a:lnTo>
                  <a:pt x="633699" y="32690"/>
                </a:lnTo>
                <a:lnTo>
                  <a:pt x="641662" y="32690"/>
                </a:lnTo>
                <a:cubicBezTo>
                  <a:pt x="645713" y="32690"/>
                  <a:pt x="648804" y="31835"/>
                  <a:pt x="650934" y="30123"/>
                </a:cubicBezTo>
                <a:cubicBezTo>
                  <a:pt x="653065" y="28412"/>
                  <a:pt x="654130" y="25880"/>
                  <a:pt x="654130" y="22527"/>
                </a:cubicBezTo>
                <a:cubicBezTo>
                  <a:pt x="654130" y="19174"/>
                  <a:pt x="653065" y="16834"/>
                  <a:pt x="650934" y="15507"/>
                </a:cubicBezTo>
                <a:cubicBezTo>
                  <a:pt x="648804" y="14180"/>
                  <a:pt x="645713" y="13516"/>
                  <a:pt x="641662" y="13516"/>
                </a:cubicBezTo>
                <a:close/>
                <a:moveTo>
                  <a:pt x="798462" y="13307"/>
                </a:moveTo>
                <a:cubicBezTo>
                  <a:pt x="793782" y="13307"/>
                  <a:pt x="790080" y="15228"/>
                  <a:pt x="787356" y="19069"/>
                </a:cubicBezTo>
                <a:cubicBezTo>
                  <a:pt x="784632" y="22911"/>
                  <a:pt x="783270" y="28255"/>
                  <a:pt x="783270" y="35100"/>
                </a:cubicBezTo>
                <a:cubicBezTo>
                  <a:pt x="783270" y="42015"/>
                  <a:pt x="784632" y="47481"/>
                  <a:pt x="787356" y="51497"/>
                </a:cubicBezTo>
                <a:cubicBezTo>
                  <a:pt x="790080" y="55514"/>
                  <a:pt x="793782" y="57522"/>
                  <a:pt x="798462" y="57522"/>
                </a:cubicBezTo>
                <a:cubicBezTo>
                  <a:pt x="803142" y="57522"/>
                  <a:pt x="806844" y="55514"/>
                  <a:pt x="809568" y="51497"/>
                </a:cubicBezTo>
                <a:cubicBezTo>
                  <a:pt x="812292" y="47481"/>
                  <a:pt x="813654" y="42015"/>
                  <a:pt x="813654" y="35100"/>
                </a:cubicBezTo>
                <a:cubicBezTo>
                  <a:pt x="813654" y="28255"/>
                  <a:pt x="812292" y="22911"/>
                  <a:pt x="809568" y="19069"/>
                </a:cubicBezTo>
                <a:cubicBezTo>
                  <a:pt x="806844" y="15228"/>
                  <a:pt x="803142" y="13307"/>
                  <a:pt x="798462" y="13307"/>
                </a:cubicBezTo>
                <a:close/>
                <a:moveTo>
                  <a:pt x="388887" y="13307"/>
                </a:moveTo>
                <a:cubicBezTo>
                  <a:pt x="384207" y="13307"/>
                  <a:pt x="380505" y="15228"/>
                  <a:pt x="377781" y="19069"/>
                </a:cubicBezTo>
                <a:cubicBezTo>
                  <a:pt x="375057" y="22911"/>
                  <a:pt x="373695" y="28255"/>
                  <a:pt x="373695" y="35100"/>
                </a:cubicBezTo>
                <a:cubicBezTo>
                  <a:pt x="373695" y="42015"/>
                  <a:pt x="375057" y="47481"/>
                  <a:pt x="377781" y="51497"/>
                </a:cubicBezTo>
                <a:cubicBezTo>
                  <a:pt x="380505" y="55514"/>
                  <a:pt x="384207" y="57522"/>
                  <a:pt x="388887" y="57522"/>
                </a:cubicBezTo>
                <a:cubicBezTo>
                  <a:pt x="393567" y="57522"/>
                  <a:pt x="397269" y="55514"/>
                  <a:pt x="399993" y="51497"/>
                </a:cubicBezTo>
                <a:cubicBezTo>
                  <a:pt x="402717" y="47481"/>
                  <a:pt x="404079" y="42015"/>
                  <a:pt x="404079" y="35100"/>
                </a:cubicBezTo>
                <a:cubicBezTo>
                  <a:pt x="404079" y="28255"/>
                  <a:pt x="402717" y="22911"/>
                  <a:pt x="399993" y="19069"/>
                </a:cubicBezTo>
                <a:cubicBezTo>
                  <a:pt x="397269" y="15228"/>
                  <a:pt x="393567" y="13307"/>
                  <a:pt x="388887" y="13307"/>
                </a:cubicBezTo>
                <a:close/>
                <a:moveTo>
                  <a:pt x="30071" y="12993"/>
                </a:moveTo>
                <a:cubicBezTo>
                  <a:pt x="29233" y="16625"/>
                  <a:pt x="28377" y="20344"/>
                  <a:pt x="27504" y="24151"/>
                </a:cubicBezTo>
                <a:cubicBezTo>
                  <a:pt x="26631" y="27958"/>
                  <a:pt x="25705" y="31573"/>
                  <a:pt x="24727" y="34995"/>
                </a:cubicBezTo>
                <a:lnTo>
                  <a:pt x="23051" y="41282"/>
                </a:lnTo>
                <a:lnTo>
                  <a:pt x="37615" y="41282"/>
                </a:lnTo>
                <a:lnTo>
                  <a:pt x="36043" y="34995"/>
                </a:lnTo>
                <a:cubicBezTo>
                  <a:pt x="35065" y="31573"/>
                  <a:pt x="34122" y="27940"/>
                  <a:pt x="33214" y="24099"/>
                </a:cubicBezTo>
                <a:cubicBezTo>
                  <a:pt x="32306" y="20257"/>
                  <a:pt x="31398" y="16555"/>
                  <a:pt x="30490" y="12993"/>
                </a:cubicBezTo>
                <a:close/>
                <a:moveTo>
                  <a:pt x="846897" y="1258"/>
                </a:moveTo>
                <a:lnTo>
                  <a:pt x="862718" y="1258"/>
                </a:lnTo>
                <a:lnTo>
                  <a:pt x="880530" y="35205"/>
                </a:lnTo>
                <a:lnTo>
                  <a:pt x="887235" y="50292"/>
                </a:lnTo>
                <a:lnTo>
                  <a:pt x="887654" y="50292"/>
                </a:lnTo>
                <a:cubicBezTo>
                  <a:pt x="887305" y="46660"/>
                  <a:pt x="886903" y="42609"/>
                  <a:pt x="886449" y="38139"/>
                </a:cubicBezTo>
                <a:cubicBezTo>
                  <a:pt x="885995" y="33668"/>
                  <a:pt x="885768" y="29407"/>
                  <a:pt x="885768" y="25356"/>
                </a:cubicBezTo>
                <a:lnTo>
                  <a:pt x="885768" y="1258"/>
                </a:lnTo>
                <a:lnTo>
                  <a:pt x="900437" y="1258"/>
                </a:lnTo>
                <a:lnTo>
                  <a:pt x="900437" y="69571"/>
                </a:lnTo>
                <a:lnTo>
                  <a:pt x="884616" y="69571"/>
                </a:lnTo>
                <a:lnTo>
                  <a:pt x="866804" y="35519"/>
                </a:lnTo>
                <a:lnTo>
                  <a:pt x="860098" y="20641"/>
                </a:lnTo>
                <a:lnTo>
                  <a:pt x="859679" y="20641"/>
                </a:lnTo>
                <a:cubicBezTo>
                  <a:pt x="860028" y="24413"/>
                  <a:pt x="860430" y="28464"/>
                  <a:pt x="860884" y="32795"/>
                </a:cubicBezTo>
                <a:cubicBezTo>
                  <a:pt x="861338" y="37126"/>
                  <a:pt x="861565" y="41317"/>
                  <a:pt x="861565" y="45368"/>
                </a:cubicBezTo>
                <a:lnTo>
                  <a:pt x="861565" y="69571"/>
                </a:lnTo>
                <a:lnTo>
                  <a:pt x="846897" y="69571"/>
                </a:lnTo>
                <a:close/>
                <a:moveTo>
                  <a:pt x="742122" y="1258"/>
                </a:moveTo>
                <a:lnTo>
                  <a:pt x="757524" y="1258"/>
                </a:lnTo>
                <a:lnTo>
                  <a:pt x="757524" y="69571"/>
                </a:lnTo>
                <a:lnTo>
                  <a:pt x="742122" y="69571"/>
                </a:lnTo>
                <a:close/>
                <a:moveTo>
                  <a:pt x="618297" y="1258"/>
                </a:moveTo>
                <a:lnTo>
                  <a:pt x="642919" y="1258"/>
                </a:lnTo>
                <a:cubicBezTo>
                  <a:pt x="646551" y="1258"/>
                  <a:pt x="649956" y="1607"/>
                  <a:pt x="653134" y="2305"/>
                </a:cubicBezTo>
                <a:cubicBezTo>
                  <a:pt x="656313" y="3004"/>
                  <a:pt x="659089" y="4174"/>
                  <a:pt x="661464" y="5815"/>
                </a:cubicBezTo>
                <a:cubicBezTo>
                  <a:pt x="663839" y="7457"/>
                  <a:pt x="665725" y="9640"/>
                  <a:pt x="667122" y="12364"/>
                </a:cubicBezTo>
                <a:cubicBezTo>
                  <a:pt x="668519" y="15088"/>
                  <a:pt x="669217" y="18476"/>
                  <a:pt x="669217" y="22527"/>
                </a:cubicBezTo>
                <a:cubicBezTo>
                  <a:pt x="669217" y="27556"/>
                  <a:pt x="668117" y="31695"/>
                  <a:pt x="665917" y="34943"/>
                </a:cubicBezTo>
                <a:cubicBezTo>
                  <a:pt x="663717" y="38191"/>
                  <a:pt x="660766" y="40618"/>
                  <a:pt x="657064" y="42225"/>
                </a:cubicBezTo>
                <a:lnTo>
                  <a:pt x="672570" y="69571"/>
                </a:lnTo>
                <a:lnTo>
                  <a:pt x="655282" y="69571"/>
                </a:lnTo>
                <a:lnTo>
                  <a:pt x="642185" y="44949"/>
                </a:lnTo>
                <a:lnTo>
                  <a:pt x="633699" y="44949"/>
                </a:lnTo>
                <a:lnTo>
                  <a:pt x="633699" y="69571"/>
                </a:lnTo>
                <a:lnTo>
                  <a:pt x="618297" y="69571"/>
                </a:lnTo>
                <a:close/>
                <a:moveTo>
                  <a:pt x="561147" y="1258"/>
                </a:moveTo>
                <a:lnTo>
                  <a:pt x="603895" y="1258"/>
                </a:lnTo>
                <a:lnTo>
                  <a:pt x="603895" y="14250"/>
                </a:lnTo>
                <a:lnTo>
                  <a:pt x="576549" y="14250"/>
                </a:lnTo>
                <a:lnTo>
                  <a:pt x="576549" y="27975"/>
                </a:lnTo>
                <a:lnTo>
                  <a:pt x="599809" y="27975"/>
                </a:lnTo>
                <a:lnTo>
                  <a:pt x="599809" y="40863"/>
                </a:lnTo>
                <a:lnTo>
                  <a:pt x="576549" y="40863"/>
                </a:lnTo>
                <a:lnTo>
                  <a:pt x="576549" y="56579"/>
                </a:lnTo>
                <a:lnTo>
                  <a:pt x="604943" y="56579"/>
                </a:lnTo>
                <a:lnTo>
                  <a:pt x="604943" y="69571"/>
                </a:lnTo>
                <a:lnTo>
                  <a:pt x="561147" y="69571"/>
                </a:lnTo>
                <a:close/>
                <a:moveTo>
                  <a:pt x="495196" y="1258"/>
                </a:moveTo>
                <a:lnTo>
                  <a:pt x="511540" y="1258"/>
                </a:lnTo>
                <a:lnTo>
                  <a:pt x="519713" y="33109"/>
                </a:lnTo>
                <a:cubicBezTo>
                  <a:pt x="520761" y="36881"/>
                  <a:pt x="521686" y="40531"/>
                  <a:pt x="522489" y="44058"/>
                </a:cubicBezTo>
                <a:cubicBezTo>
                  <a:pt x="523293" y="47586"/>
                  <a:pt x="524218" y="51235"/>
                  <a:pt x="525266" y="55007"/>
                </a:cubicBezTo>
                <a:lnTo>
                  <a:pt x="525685" y="55007"/>
                </a:lnTo>
                <a:cubicBezTo>
                  <a:pt x="526663" y="51235"/>
                  <a:pt x="527571" y="47586"/>
                  <a:pt x="528409" y="44058"/>
                </a:cubicBezTo>
                <a:cubicBezTo>
                  <a:pt x="529248" y="40531"/>
                  <a:pt x="530156" y="36881"/>
                  <a:pt x="531133" y="33109"/>
                </a:cubicBezTo>
                <a:lnTo>
                  <a:pt x="539201" y="1258"/>
                </a:lnTo>
                <a:lnTo>
                  <a:pt x="554917" y="1258"/>
                </a:lnTo>
                <a:lnTo>
                  <a:pt x="534382" y="69571"/>
                </a:lnTo>
                <a:lnTo>
                  <a:pt x="515836" y="69571"/>
                </a:lnTo>
                <a:close/>
                <a:moveTo>
                  <a:pt x="437322" y="1258"/>
                </a:moveTo>
                <a:lnTo>
                  <a:pt x="453143" y="1258"/>
                </a:lnTo>
                <a:lnTo>
                  <a:pt x="470954" y="35205"/>
                </a:lnTo>
                <a:lnTo>
                  <a:pt x="477660" y="50292"/>
                </a:lnTo>
                <a:lnTo>
                  <a:pt x="478079" y="50292"/>
                </a:lnTo>
                <a:cubicBezTo>
                  <a:pt x="477730" y="46660"/>
                  <a:pt x="477328" y="42609"/>
                  <a:pt x="476874" y="38139"/>
                </a:cubicBezTo>
                <a:cubicBezTo>
                  <a:pt x="476420" y="33668"/>
                  <a:pt x="476193" y="29407"/>
                  <a:pt x="476193" y="25356"/>
                </a:cubicBezTo>
                <a:lnTo>
                  <a:pt x="476193" y="1258"/>
                </a:lnTo>
                <a:lnTo>
                  <a:pt x="490862" y="1258"/>
                </a:lnTo>
                <a:lnTo>
                  <a:pt x="490862" y="69571"/>
                </a:lnTo>
                <a:lnTo>
                  <a:pt x="475041" y="69571"/>
                </a:lnTo>
                <a:lnTo>
                  <a:pt x="457229" y="35519"/>
                </a:lnTo>
                <a:lnTo>
                  <a:pt x="450523" y="20641"/>
                </a:lnTo>
                <a:lnTo>
                  <a:pt x="450104" y="20641"/>
                </a:lnTo>
                <a:cubicBezTo>
                  <a:pt x="450453" y="24413"/>
                  <a:pt x="450855" y="28464"/>
                  <a:pt x="451309" y="32795"/>
                </a:cubicBezTo>
                <a:cubicBezTo>
                  <a:pt x="451763" y="37126"/>
                  <a:pt x="451990" y="41317"/>
                  <a:pt x="451990" y="45368"/>
                </a:cubicBezTo>
                <a:lnTo>
                  <a:pt x="451990" y="69571"/>
                </a:lnTo>
                <a:lnTo>
                  <a:pt x="437322" y="69571"/>
                </a:lnTo>
                <a:close/>
                <a:moveTo>
                  <a:pt x="161097" y="1258"/>
                </a:moveTo>
                <a:lnTo>
                  <a:pt x="180375" y="1258"/>
                </a:lnTo>
                <a:cubicBezTo>
                  <a:pt x="185614" y="1258"/>
                  <a:pt x="190329" y="1921"/>
                  <a:pt x="194520" y="3248"/>
                </a:cubicBezTo>
                <a:cubicBezTo>
                  <a:pt x="198711" y="4576"/>
                  <a:pt x="202308" y="6619"/>
                  <a:pt x="205312" y="9378"/>
                </a:cubicBezTo>
                <a:cubicBezTo>
                  <a:pt x="208315" y="12137"/>
                  <a:pt x="210620" y="15647"/>
                  <a:pt x="212227" y="19908"/>
                </a:cubicBezTo>
                <a:cubicBezTo>
                  <a:pt x="213833" y="24169"/>
                  <a:pt x="214637" y="29233"/>
                  <a:pt x="214637" y="35100"/>
                </a:cubicBezTo>
                <a:cubicBezTo>
                  <a:pt x="214637" y="40967"/>
                  <a:pt x="213833" y="46067"/>
                  <a:pt x="212227" y="50397"/>
                </a:cubicBezTo>
                <a:cubicBezTo>
                  <a:pt x="210620" y="54728"/>
                  <a:pt x="208350" y="58308"/>
                  <a:pt x="205417" y="61137"/>
                </a:cubicBezTo>
                <a:cubicBezTo>
                  <a:pt x="202483" y="63966"/>
                  <a:pt x="198973" y="66079"/>
                  <a:pt x="194887" y="67476"/>
                </a:cubicBezTo>
                <a:cubicBezTo>
                  <a:pt x="190800" y="68873"/>
                  <a:pt x="186243" y="69571"/>
                  <a:pt x="181214" y="69571"/>
                </a:cubicBezTo>
                <a:lnTo>
                  <a:pt x="161097" y="69571"/>
                </a:lnTo>
                <a:close/>
                <a:moveTo>
                  <a:pt x="21374" y="1258"/>
                </a:moveTo>
                <a:lnTo>
                  <a:pt x="39920" y="1258"/>
                </a:lnTo>
                <a:lnTo>
                  <a:pt x="61294" y="69571"/>
                </a:lnTo>
                <a:lnTo>
                  <a:pt x="44949" y="69571"/>
                </a:lnTo>
                <a:lnTo>
                  <a:pt x="40758" y="53331"/>
                </a:lnTo>
                <a:lnTo>
                  <a:pt x="19908" y="53331"/>
                </a:lnTo>
                <a:lnTo>
                  <a:pt x="15717" y="69571"/>
                </a:lnTo>
                <a:lnTo>
                  <a:pt x="0" y="69571"/>
                </a:lnTo>
                <a:close/>
                <a:moveTo>
                  <a:pt x="798462" y="0"/>
                </a:moveTo>
                <a:cubicBezTo>
                  <a:pt x="803072" y="0"/>
                  <a:pt x="807281" y="786"/>
                  <a:pt x="811087" y="2358"/>
                </a:cubicBezTo>
                <a:cubicBezTo>
                  <a:pt x="814894" y="3929"/>
                  <a:pt x="818160" y="6217"/>
                  <a:pt x="820884" y="9221"/>
                </a:cubicBezTo>
                <a:cubicBezTo>
                  <a:pt x="823608" y="12224"/>
                  <a:pt x="825721" y="15909"/>
                  <a:pt x="827223" y="20274"/>
                </a:cubicBezTo>
                <a:cubicBezTo>
                  <a:pt x="828725" y="24640"/>
                  <a:pt x="829475" y="29582"/>
                  <a:pt x="829476" y="35100"/>
                </a:cubicBezTo>
                <a:cubicBezTo>
                  <a:pt x="829475" y="40688"/>
                  <a:pt x="828725" y="45682"/>
                  <a:pt x="827223" y="50083"/>
                </a:cubicBezTo>
                <a:cubicBezTo>
                  <a:pt x="825721" y="54483"/>
                  <a:pt x="823608" y="58220"/>
                  <a:pt x="820884" y="61294"/>
                </a:cubicBezTo>
                <a:cubicBezTo>
                  <a:pt x="818160" y="64367"/>
                  <a:pt x="814894" y="66725"/>
                  <a:pt x="811087" y="68366"/>
                </a:cubicBezTo>
                <a:cubicBezTo>
                  <a:pt x="807281" y="70008"/>
                  <a:pt x="803072" y="70828"/>
                  <a:pt x="798462" y="70828"/>
                </a:cubicBezTo>
                <a:cubicBezTo>
                  <a:pt x="793852" y="70828"/>
                  <a:pt x="789643" y="70008"/>
                  <a:pt x="785837" y="68366"/>
                </a:cubicBezTo>
                <a:cubicBezTo>
                  <a:pt x="782030" y="66725"/>
                  <a:pt x="778764" y="64367"/>
                  <a:pt x="776040" y="61294"/>
                </a:cubicBezTo>
                <a:cubicBezTo>
                  <a:pt x="773316" y="58220"/>
                  <a:pt x="771203" y="54483"/>
                  <a:pt x="769701" y="50083"/>
                </a:cubicBezTo>
                <a:cubicBezTo>
                  <a:pt x="768200" y="45682"/>
                  <a:pt x="767449" y="40688"/>
                  <a:pt x="767449" y="35100"/>
                </a:cubicBezTo>
                <a:cubicBezTo>
                  <a:pt x="767449" y="29512"/>
                  <a:pt x="768200" y="24535"/>
                  <a:pt x="769701" y="20170"/>
                </a:cubicBezTo>
                <a:cubicBezTo>
                  <a:pt x="771203" y="15804"/>
                  <a:pt x="773316" y="12137"/>
                  <a:pt x="776040" y="9168"/>
                </a:cubicBezTo>
                <a:cubicBezTo>
                  <a:pt x="778764" y="6200"/>
                  <a:pt x="782030" y="3929"/>
                  <a:pt x="785837" y="2358"/>
                </a:cubicBezTo>
                <a:cubicBezTo>
                  <a:pt x="789643" y="786"/>
                  <a:pt x="793852" y="0"/>
                  <a:pt x="798462" y="0"/>
                </a:cubicBezTo>
                <a:close/>
                <a:moveTo>
                  <a:pt x="707603" y="0"/>
                </a:moveTo>
                <a:cubicBezTo>
                  <a:pt x="711585" y="0"/>
                  <a:pt x="715514" y="769"/>
                  <a:pt x="719390" y="2305"/>
                </a:cubicBezTo>
                <a:cubicBezTo>
                  <a:pt x="723267" y="3842"/>
                  <a:pt x="726672" y="6077"/>
                  <a:pt x="729606" y="9011"/>
                </a:cubicBezTo>
                <a:lnTo>
                  <a:pt x="721748" y="18755"/>
                </a:lnTo>
                <a:cubicBezTo>
                  <a:pt x="719513" y="17009"/>
                  <a:pt x="717277" y="15664"/>
                  <a:pt x="715042" y="14721"/>
                </a:cubicBezTo>
                <a:cubicBezTo>
                  <a:pt x="712807" y="13778"/>
                  <a:pt x="710327" y="13307"/>
                  <a:pt x="707603" y="13307"/>
                </a:cubicBezTo>
                <a:cubicBezTo>
                  <a:pt x="704949" y="13307"/>
                  <a:pt x="702836" y="13848"/>
                  <a:pt x="701264" y="14931"/>
                </a:cubicBezTo>
                <a:cubicBezTo>
                  <a:pt x="699693" y="16014"/>
                  <a:pt x="698907" y="17533"/>
                  <a:pt x="698907" y="19489"/>
                </a:cubicBezTo>
                <a:cubicBezTo>
                  <a:pt x="698907" y="20536"/>
                  <a:pt x="699169" y="21427"/>
                  <a:pt x="699693" y="22160"/>
                </a:cubicBezTo>
                <a:cubicBezTo>
                  <a:pt x="700217" y="22894"/>
                  <a:pt x="700950" y="23557"/>
                  <a:pt x="701893" y="24151"/>
                </a:cubicBezTo>
                <a:cubicBezTo>
                  <a:pt x="702836" y="24745"/>
                  <a:pt x="703936" y="25304"/>
                  <a:pt x="705193" y="25827"/>
                </a:cubicBezTo>
                <a:cubicBezTo>
                  <a:pt x="706451" y="26351"/>
                  <a:pt x="707813" y="26928"/>
                  <a:pt x="709280" y="27556"/>
                </a:cubicBezTo>
                <a:lnTo>
                  <a:pt x="718081" y="31119"/>
                </a:lnTo>
                <a:cubicBezTo>
                  <a:pt x="722272" y="32795"/>
                  <a:pt x="725572" y="35100"/>
                  <a:pt x="727982" y="38034"/>
                </a:cubicBezTo>
                <a:cubicBezTo>
                  <a:pt x="730392" y="40967"/>
                  <a:pt x="731597" y="44844"/>
                  <a:pt x="731597" y="49664"/>
                </a:cubicBezTo>
                <a:cubicBezTo>
                  <a:pt x="731597" y="52528"/>
                  <a:pt x="731020" y="55234"/>
                  <a:pt x="729868" y="57784"/>
                </a:cubicBezTo>
                <a:cubicBezTo>
                  <a:pt x="728715" y="60333"/>
                  <a:pt x="727039" y="62569"/>
                  <a:pt x="724839" y="64489"/>
                </a:cubicBezTo>
                <a:cubicBezTo>
                  <a:pt x="722638" y="66410"/>
                  <a:pt x="719932" y="67947"/>
                  <a:pt x="716719" y="69100"/>
                </a:cubicBezTo>
                <a:cubicBezTo>
                  <a:pt x="713505" y="70252"/>
                  <a:pt x="709873" y="70828"/>
                  <a:pt x="705822" y="70828"/>
                </a:cubicBezTo>
                <a:cubicBezTo>
                  <a:pt x="701352" y="70828"/>
                  <a:pt x="696899" y="70008"/>
                  <a:pt x="692463" y="68366"/>
                </a:cubicBezTo>
                <a:cubicBezTo>
                  <a:pt x="688028" y="66725"/>
                  <a:pt x="684064" y="64262"/>
                  <a:pt x="680571" y="60979"/>
                </a:cubicBezTo>
                <a:lnTo>
                  <a:pt x="689372" y="50397"/>
                </a:lnTo>
                <a:cubicBezTo>
                  <a:pt x="691817" y="52493"/>
                  <a:pt x="694524" y="54204"/>
                  <a:pt x="697492" y="55531"/>
                </a:cubicBezTo>
                <a:cubicBezTo>
                  <a:pt x="700461" y="56858"/>
                  <a:pt x="703377" y="57522"/>
                  <a:pt x="706241" y="57522"/>
                </a:cubicBezTo>
                <a:cubicBezTo>
                  <a:pt x="709454" y="57522"/>
                  <a:pt x="711847" y="56928"/>
                  <a:pt x="713418" y="55741"/>
                </a:cubicBezTo>
                <a:cubicBezTo>
                  <a:pt x="714990" y="54553"/>
                  <a:pt x="715776" y="52947"/>
                  <a:pt x="715776" y="50921"/>
                </a:cubicBezTo>
                <a:cubicBezTo>
                  <a:pt x="715776" y="49873"/>
                  <a:pt x="715549" y="48965"/>
                  <a:pt x="715095" y="48197"/>
                </a:cubicBezTo>
                <a:cubicBezTo>
                  <a:pt x="714641" y="47429"/>
                  <a:pt x="713977" y="46748"/>
                  <a:pt x="713104" y="46154"/>
                </a:cubicBezTo>
                <a:cubicBezTo>
                  <a:pt x="712231" y="45560"/>
                  <a:pt x="711183" y="45001"/>
                  <a:pt x="709961" y="44477"/>
                </a:cubicBezTo>
                <a:cubicBezTo>
                  <a:pt x="708738" y="43954"/>
                  <a:pt x="707394" y="43377"/>
                  <a:pt x="705927" y="42749"/>
                </a:cubicBezTo>
                <a:lnTo>
                  <a:pt x="697021" y="38977"/>
                </a:lnTo>
                <a:cubicBezTo>
                  <a:pt x="695275" y="38278"/>
                  <a:pt x="693581" y="37370"/>
                  <a:pt x="691939" y="36253"/>
                </a:cubicBezTo>
                <a:cubicBezTo>
                  <a:pt x="690298" y="35135"/>
                  <a:pt x="688831" y="33825"/>
                  <a:pt x="687539" y="32324"/>
                </a:cubicBezTo>
                <a:cubicBezTo>
                  <a:pt x="686247" y="30822"/>
                  <a:pt x="685216" y="29075"/>
                  <a:pt x="684448" y="27085"/>
                </a:cubicBezTo>
                <a:cubicBezTo>
                  <a:pt x="683680" y="25094"/>
                  <a:pt x="683295" y="22841"/>
                  <a:pt x="683295" y="20327"/>
                </a:cubicBezTo>
                <a:cubicBezTo>
                  <a:pt x="683295" y="17533"/>
                  <a:pt x="683889" y="14896"/>
                  <a:pt x="685077" y="12416"/>
                </a:cubicBezTo>
                <a:cubicBezTo>
                  <a:pt x="686264" y="9937"/>
                  <a:pt x="687940" y="7771"/>
                  <a:pt x="690106" y="5920"/>
                </a:cubicBezTo>
                <a:cubicBezTo>
                  <a:pt x="692271" y="4069"/>
                  <a:pt x="694838" y="2620"/>
                  <a:pt x="697807" y="1572"/>
                </a:cubicBezTo>
                <a:cubicBezTo>
                  <a:pt x="700775" y="524"/>
                  <a:pt x="704041" y="0"/>
                  <a:pt x="707603" y="0"/>
                </a:cubicBezTo>
                <a:close/>
                <a:moveTo>
                  <a:pt x="388887" y="0"/>
                </a:moveTo>
                <a:cubicBezTo>
                  <a:pt x="393497" y="0"/>
                  <a:pt x="397706" y="786"/>
                  <a:pt x="401512" y="2358"/>
                </a:cubicBezTo>
                <a:cubicBezTo>
                  <a:pt x="405319" y="3929"/>
                  <a:pt x="408585" y="6217"/>
                  <a:pt x="411309" y="9221"/>
                </a:cubicBezTo>
                <a:cubicBezTo>
                  <a:pt x="414033" y="12224"/>
                  <a:pt x="416146" y="15909"/>
                  <a:pt x="417648" y="20274"/>
                </a:cubicBezTo>
                <a:cubicBezTo>
                  <a:pt x="419150" y="24640"/>
                  <a:pt x="419900" y="29582"/>
                  <a:pt x="419900" y="35100"/>
                </a:cubicBezTo>
                <a:cubicBezTo>
                  <a:pt x="419900" y="40688"/>
                  <a:pt x="419150" y="45682"/>
                  <a:pt x="417648" y="50083"/>
                </a:cubicBezTo>
                <a:cubicBezTo>
                  <a:pt x="416146" y="54483"/>
                  <a:pt x="414033" y="58220"/>
                  <a:pt x="411309" y="61294"/>
                </a:cubicBezTo>
                <a:cubicBezTo>
                  <a:pt x="408585" y="64367"/>
                  <a:pt x="405319" y="66725"/>
                  <a:pt x="401512" y="68366"/>
                </a:cubicBezTo>
                <a:cubicBezTo>
                  <a:pt x="397706" y="70008"/>
                  <a:pt x="393497" y="70828"/>
                  <a:pt x="388887" y="70828"/>
                </a:cubicBezTo>
                <a:cubicBezTo>
                  <a:pt x="384277" y="70828"/>
                  <a:pt x="380069" y="70008"/>
                  <a:pt x="376262" y="68366"/>
                </a:cubicBezTo>
                <a:cubicBezTo>
                  <a:pt x="372455" y="66725"/>
                  <a:pt x="369189" y="64367"/>
                  <a:pt x="366465" y="61294"/>
                </a:cubicBezTo>
                <a:cubicBezTo>
                  <a:pt x="363741" y="58220"/>
                  <a:pt x="361628" y="54483"/>
                  <a:pt x="360126" y="50083"/>
                </a:cubicBezTo>
                <a:cubicBezTo>
                  <a:pt x="358625" y="45682"/>
                  <a:pt x="357874" y="40688"/>
                  <a:pt x="357874" y="35100"/>
                </a:cubicBezTo>
                <a:cubicBezTo>
                  <a:pt x="357874" y="29512"/>
                  <a:pt x="358625" y="24535"/>
                  <a:pt x="360126" y="20170"/>
                </a:cubicBezTo>
                <a:cubicBezTo>
                  <a:pt x="361628" y="15804"/>
                  <a:pt x="363741" y="12137"/>
                  <a:pt x="366465" y="9168"/>
                </a:cubicBezTo>
                <a:cubicBezTo>
                  <a:pt x="369189" y="6200"/>
                  <a:pt x="372455" y="3929"/>
                  <a:pt x="376262" y="2358"/>
                </a:cubicBezTo>
                <a:cubicBezTo>
                  <a:pt x="380069" y="786"/>
                  <a:pt x="384277" y="0"/>
                  <a:pt x="388887" y="0"/>
                </a:cubicBezTo>
                <a:close/>
                <a:moveTo>
                  <a:pt x="332994" y="0"/>
                </a:moveTo>
                <a:cubicBezTo>
                  <a:pt x="337395" y="0"/>
                  <a:pt x="341341" y="891"/>
                  <a:pt x="344834" y="2672"/>
                </a:cubicBezTo>
                <a:cubicBezTo>
                  <a:pt x="348326" y="4453"/>
                  <a:pt x="351225" y="6531"/>
                  <a:pt x="353530" y="8906"/>
                </a:cubicBezTo>
                <a:lnTo>
                  <a:pt x="345358" y="18755"/>
                </a:lnTo>
                <a:cubicBezTo>
                  <a:pt x="343612" y="17149"/>
                  <a:pt x="341778" y="15839"/>
                  <a:pt x="339857" y="14826"/>
                </a:cubicBezTo>
                <a:cubicBezTo>
                  <a:pt x="337936" y="13813"/>
                  <a:pt x="335753" y="13307"/>
                  <a:pt x="333309" y="13307"/>
                </a:cubicBezTo>
                <a:cubicBezTo>
                  <a:pt x="331004" y="13307"/>
                  <a:pt x="328821" y="13813"/>
                  <a:pt x="326760" y="14826"/>
                </a:cubicBezTo>
                <a:cubicBezTo>
                  <a:pt x="324700" y="15839"/>
                  <a:pt x="322919" y="17288"/>
                  <a:pt x="321417" y="19174"/>
                </a:cubicBezTo>
                <a:cubicBezTo>
                  <a:pt x="319915" y="21060"/>
                  <a:pt x="318728" y="23365"/>
                  <a:pt x="317854" y="26089"/>
                </a:cubicBezTo>
                <a:cubicBezTo>
                  <a:pt x="316981" y="28814"/>
                  <a:pt x="316545" y="31887"/>
                  <a:pt x="316545" y="35310"/>
                </a:cubicBezTo>
                <a:cubicBezTo>
                  <a:pt x="316545" y="42364"/>
                  <a:pt x="318047" y="47830"/>
                  <a:pt x="321050" y="51707"/>
                </a:cubicBezTo>
                <a:cubicBezTo>
                  <a:pt x="324054" y="55584"/>
                  <a:pt x="328070" y="57522"/>
                  <a:pt x="333099" y="57522"/>
                </a:cubicBezTo>
                <a:cubicBezTo>
                  <a:pt x="335893" y="57522"/>
                  <a:pt x="338390" y="56911"/>
                  <a:pt x="340591" y="55688"/>
                </a:cubicBezTo>
                <a:cubicBezTo>
                  <a:pt x="342791" y="54466"/>
                  <a:pt x="344729" y="52947"/>
                  <a:pt x="346406" y="51131"/>
                </a:cubicBezTo>
                <a:lnTo>
                  <a:pt x="354578" y="60770"/>
                </a:lnTo>
                <a:cubicBezTo>
                  <a:pt x="348850" y="67476"/>
                  <a:pt x="341481" y="70828"/>
                  <a:pt x="332471" y="70828"/>
                </a:cubicBezTo>
                <a:cubicBezTo>
                  <a:pt x="328140" y="70828"/>
                  <a:pt x="324054" y="70077"/>
                  <a:pt x="320212" y="68576"/>
                </a:cubicBezTo>
                <a:cubicBezTo>
                  <a:pt x="316370" y="67074"/>
                  <a:pt x="313000" y="64856"/>
                  <a:pt x="310101" y="61922"/>
                </a:cubicBezTo>
                <a:cubicBezTo>
                  <a:pt x="307202" y="58989"/>
                  <a:pt x="304915" y="55339"/>
                  <a:pt x="303238" y="50973"/>
                </a:cubicBezTo>
                <a:cubicBezTo>
                  <a:pt x="301562" y="46608"/>
                  <a:pt x="300724" y="41561"/>
                  <a:pt x="300724" y="35833"/>
                </a:cubicBezTo>
                <a:cubicBezTo>
                  <a:pt x="300724" y="30176"/>
                  <a:pt x="301597" y="25129"/>
                  <a:pt x="303343" y="20693"/>
                </a:cubicBezTo>
                <a:cubicBezTo>
                  <a:pt x="305089" y="16258"/>
                  <a:pt x="307429" y="12504"/>
                  <a:pt x="310363" y="9430"/>
                </a:cubicBezTo>
                <a:cubicBezTo>
                  <a:pt x="313297" y="6357"/>
                  <a:pt x="316719" y="4017"/>
                  <a:pt x="320631" y="2410"/>
                </a:cubicBezTo>
                <a:cubicBezTo>
                  <a:pt x="324543" y="804"/>
                  <a:pt x="328664" y="0"/>
                  <a:pt x="332994" y="0"/>
                </a:cubicBezTo>
                <a:close/>
                <a:moveTo>
                  <a:pt x="256794" y="0"/>
                </a:moveTo>
                <a:cubicBezTo>
                  <a:pt x="261195" y="0"/>
                  <a:pt x="265141" y="891"/>
                  <a:pt x="268634" y="2672"/>
                </a:cubicBezTo>
                <a:cubicBezTo>
                  <a:pt x="272126" y="4453"/>
                  <a:pt x="275025" y="6531"/>
                  <a:pt x="277330" y="8906"/>
                </a:cubicBezTo>
                <a:lnTo>
                  <a:pt x="269158" y="18755"/>
                </a:lnTo>
                <a:cubicBezTo>
                  <a:pt x="267412" y="17149"/>
                  <a:pt x="265578" y="15839"/>
                  <a:pt x="263657" y="14826"/>
                </a:cubicBezTo>
                <a:cubicBezTo>
                  <a:pt x="261736" y="13813"/>
                  <a:pt x="259553" y="13307"/>
                  <a:pt x="257109" y="13307"/>
                </a:cubicBezTo>
                <a:cubicBezTo>
                  <a:pt x="254804" y="13307"/>
                  <a:pt x="252621" y="13813"/>
                  <a:pt x="250560" y="14826"/>
                </a:cubicBezTo>
                <a:cubicBezTo>
                  <a:pt x="248500" y="15839"/>
                  <a:pt x="246719" y="17288"/>
                  <a:pt x="245217" y="19174"/>
                </a:cubicBezTo>
                <a:cubicBezTo>
                  <a:pt x="243715" y="21060"/>
                  <a:pt x="242528" y="23365"/>
                  <a:pt x="241654" y="26089"/>
                </a:cubicBezTo>
                <a:cubicBezTo>
                  <a:pt x="240781" y="28814"/>
                  <a:pt x="240345" y="31887"/>
                  <a:pt x="240345" y="35310"/>
                </a:cubicBezTo>
                <a:cubicBezTo>
                  <a:pt x="240345" y="42364"/>
                  <a:pt x="241847" y="47830"/>
                  <a:pt x="244850" y="51707"/>
                </a:cubicBezTo>
                <a:cubicBezTo>
                  <a:pt x="247854" y="55584"/>
                  <a:pt x="251870" y="57522"/>
                  <a:pt x="256899" y="57522"/>
                </a:cubicBezTo>
                <a:cubicBezTo>
                  <a:pt x="259693" y="57522"/>
                  <a:pt x="262190" y="56911"/>
                  <a:pt x="264391" y="55688"/>
                </a:cubicBezTo>
                <a:cubicBezTo>
                  <a:pt x="266591" y="54466"/>
                  <a:pt x="268529" y="52947"/>
                  <a:pt x="270206" y="51131"/>
                </a:cubicBezTo>
                <a:lnTo>
                  <a:pt x="278378" y="60770"/>
                </a:lnTo>
                <a:cubicBezTo>
                  <a:pt x="272650" y="67476"/>
                  <a:pt x="265281" y="70828"/>
                  <a:pt x="256271" y="70828"/>
                </a:cubicBezTo>
                <a:cubicBezTo>
                  <a:pt x="251940" y="70828"/>
                  <a:pt x="247854" y="70077"/>
                  <a:pt x="244012" y="68576"/>
                </a:cubicBezTo>
                <a:cubicBezTo>
                  <a:pt x="240170" y="67074"/>
                  <a:pt x="236800" y="64856"/>
                  <a:pt x="233901" y="61922"/>
                </a:cubicBezTo>
                <a:cubicBezTo>
                  <a:pt x="231002" y="58989"/>
                  <a:pt x="228715" y="55339"/>
                  <a:pt x="227038" y="50973"/>
                </a:cubicBezTo>
                <a:cubicBezTo>
                  <a:pt x="225362" y="46608"/>
                  <a:pt x="224524" y="41561"/>
                  <a:pt x="224524" y="35833"/>
                </a:cubicBezTo>
                <a:cubicBezTo>
                  <a:pt x="224524" y="30176"/>
                  <a:pt x="225397" y="25129"/>
                  <a:pt x="227143" y="20693"/>
                </a:cubicBezTo>
                <a:cubicBezTo>
                  <a:pt x="228889" y="16258"/>
                  <a:pt x="231229" y="12504"/>
                  <a:pt x="234163" y="9430"/>
                </a:cubicBezTo>
                <a:cubicBezTo>
                  <a:pt x="237097" y="6357"/>
                  <a:pt x="240519" y="4017"/>
                  <a:pt x="244431" y="2410"/>
                </a:cubicBezTo>
                <a:cubicBezTo>
                  <a:pt x="248343" y="804"/>
                  <a:pt x="252464" y="0"/>
                  <a:pt x="256794" y="0"/>
                </a:cubicBezTo>
                <a:close/>
                <a:moveTo>
                  <a:pt x="94869" y="0"/>
                </a:moveTo>
                <a:cubicBezTo>
                  <a:pt x="99270" y="0"/>
                  <a:pt x="103216" y="891"/>
                  <a:pt x="106709" y="2672"/>
                </a:cubicBezTo>
                <a:cubicBezTo>
                  <a:pt x="110201" y="4453"/>
                  <a:pt x="113100" y="6531"/>
                  <a:pt x="115405" y="8906"/>
                </a:cubicBezTo>
                <a:lnTo>
                  <a:pt x="107233" y="18755"/>
                </a:lnTo>
                <a:cubicBezTo>
                  <a:pt x="105487" y="17149"/>
                  <a:pt x="103653" y="15839"/>
                  <a:pt x="101732" y="14826"/>
                </a:cubicBezTo>
                <a:cubicBezTo>
                  <a:pt x="99811" y="13813"/>
                  <a:pt x="97628" y="13307"/>
                  <a:pt x="95184" y="13307"/>
                </a:cubicBezTo>
                <a:cubicBezTo>
                  <a:pt x="92879" y="13307"/>
                  <a:pt x="90696" y="13813"/>
                  <a:pt x="88635" y="14826"/>
                </a:cubicBezTo>
                <a:cubicBezTo>
                  <a:pt x="86575" y="15839"/>
                  <a:pt x="84794" y="17288"/>
                  <a:pt x="83292" y="19174"/>
                </a:cubicBezTo>
                <a:cubicBezTo>
                  <a:pt x="81790" y="21060"/>
                  <a:pt x="80603" y="23365"/>
                  <a:pt x="79729" y="26089"/>
                </a:cubicBezTo>
                <a:cubicBezTo>
                  <a:pt x="78856" y="28814"/>
                  <a:pt x="78420" y="31887"/>
                  <a:pt x="78420" y="35310"/>
                </a:cubicBezTo>
                <a:cubicBezTo>
                  <a:pt x="78420" y="42364"/>
                  <a:pt x="79921" y="47830"/>
                  <a:pt x="82925" y="51707"/>
                </a:cubicBezTo>
                <a:cubicBezTo>
                  <a:pt x="85929" y="55584"/>
                  <a:pt x="89945" y="57522"/>
                  <a:pt x="94974" y="57522"/>
                </a:cubicBezTo>
                <a:cubicBezTo>
                  <a:pt x="97768" y="57522"/>
                  <a:pt x="100265" y="56911"/>
                  <a:pt x="102466" y="55688"/>
                </a:cubicBezTo>
                <a:cubicBezTo>
                  <a:pt x="104666" y="54466"/>
                  <a:pt x="106604" y="52947"/>
                  <a:pt x="108281" y="51131"/>
                </a:cubicBezTo>
                <a:lnTo>
                  <a:pt x="116453" y="60770"/>
                </a:lnTo>
                <a:cubicBezTo>
                  <a:pt x="110725" y="67476"/>
                  <a:pt x="103356" y="70828"/>
                  <a:pt x="94346" y="70828"/>
                </a:cubicBezTo>
                <a:cubicBezTo>
                  <a:pt x="90015" y="70828"/>
                  <a:pt x="85929" y="70077"/>
                  <a:pt x="82087" y="68576"/>
                </a:cubicBezTo>
                <a:cubicBezTo>
                  <a:pt x="78245" y="67074"/>
                  <a:pt x="74875" y="64856"/>
                  <a:pt x="71976" y="61922"/>
                </a:cubicBezTo>
                <a:cubicBezTo>
                  <a:pt x="69077" y="58989"/>
                  <a:pt x="66790" y="55339"/>
                  <a:pt x="65113" y="50973"/>
                </a:cubicBezTo>
                <a:cubicBezTo>
                  <a:pt x="63437" y="46608"/>
                  <a:pt x="62599" y="41561"/>
                  <a:pt x="62599" y="35833"/>
                </a:cubicBezTo>
                <a:cubicBezTo>
                  <a:pt x="62599" y="30176"/>
                  <a:pt x="63472" y="25129"/>
                  <a:pt x="65218" y="20693"/>
                </a:cubicBezTo>
                <a:cubicBezTo>
                  <a:pt x="66964" y="16258"/>
                  <a:pt x="69304" y="12504"/>
                  <a:pt x="72238" y="9430"/>
                </a:cubicBezTo>
                <a:cubicBezTo>
                  <a:pt x="75172" y="6357"/>
                  <a:pt x="78594" y="4017"/>
                  <a:pt x="82506" y="2410"/>
                </a:cubicBezTo>
                <a:cubicBezTo>
                  <a:pt x="86418" y="804"/>
                  <a:pt x="90539" y="0"/>
                  <a:pt x="948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9" descr="A close-up of a cell phon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11535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0" y="6801286"/>
            <a:ext cx="12192000" cy="609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5625" y="6403860"/>
            <a:ext cx="300961" cy="30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 rotWithShape="1">
          <a:blip r:embed="rId4">
            <a:alphaModFix/>
          </a:blip>
          <a:srcRect r="81865"/>
          <a:stretch/>
        </p:blipFill>
        <p:spPr>
          <a:xfrm>
            <a:off x="382705" y="535885"/>
            <a:ext cx="360403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ed Drivers Transition">
  <p:cSld name="Led Drivers Transition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0" descr="A picture containing outdoor, ground, scene, way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0" y="6801286"/>
            <a:ext cx="12192000" cy="609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5625" y="6403860"/>
            <a:ext cx="300961" cy="30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 l="18348" r="63120"/>
          <a:stretch/>
        </p:blipFill>
        <p:spPr>
          <a:xfrm>
            <a:off x="304801" y="534338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0"/>
          <p:cNvSpPr/>
          <p:nvPr/>
        </p:nvSpPr>
        <p:spPr>
          <a:xfrm>
            <a:off x="719556" y="644290"/>
            <a:ext cx="786067" cy="94437"/>
          </a:xfrm>
          <a:custGeom>
            <a:avLst/>
            <a:gdLst/>
            <a:ahLst/>
            <a:cxnLst/>
            <a:rect l="l" t="t" r="r" b="b"/>
            <a:pathLst>
              <a:path w="589550" h="70828" extrusionOk="0">
                <a:moveTo>
                  <a:pt x="215427" y="13726"/>
                </a:moveTo>
                <a:lnTo>
                  <a:pt x="215427" y="57103"/>
                </a:lnTo>
                <a:lnTo>
                  <a:pt x="218360" y="57103"/>
                </a:lnTo>
                <a:cubicBezTo>
                  <a:pt x="221294" y="57103"/>
                  <a:pt x="223948" y="56719"/>
                  <a:pt x="226323" y="55950"/>
                </a:cubicBezTo>
                <a:cubicBezTo>
                  <a:pt x="228698" y="55182"/>
                  <a:pt x="230724" y="53942"/>
                  <a:pt x="232400" y="52231"/>
                </a:cubicBezTo>
                <a:cubicBezTo>
                  <a:pt x="234077" y="50519"/>
                  <a:pt x="235386" y="48267"/>
                  <a:pt x="236329" y="45473"/>
                </a:cubicBezTo>
                <a:cubicBezTo>
                  <a:pt x="237272" y="42679"/>
                  <a:pt x="237744" y="39221"/>
                  <a:pt x="237744" y="35100"/>
                </a:cubicBezTo>
                <a:cubicBezTo>
                  <a:pt x="237744" y="31049"/>
                  <a:pt x="237272" y="27644"/>
                  <a:pt x="236329" y="24884"/>
                </a:cubicBezTo>
                <a:cubicBezTo>
                  <a:pt x="235386" y="22125"/>
                  <a:pt x="234077" y="19925"/>
                  <a:pt x="232400" y="18284"/>
                </a:cubicBezTo>
                <a:cubicBezTo>
                  <a:pt x="230724" y="16642"/>
                  <a:pt x="228698" y="15472"/>
                  <a:pt x="226323" y="14774"/>
                </a:cubicBezTo>
                <a:cubicBezTo>
                  <a:pt x="223948" y="14075"/>
                  <a:pt x="221294" y="13726"/>
                  <a:pt x="218360" y="13726"/>
                </a:cubicBezTo>
                <a:close/>
                <a:moveTo>
                  <a:pt x="129702" y="13726"/>
                </a:moveTo>
                <a:lnTo>
                  <a:pt x="129702" y="57103"/>
                </a:lnTo>
                <a:lnTo>
                  <a:pt x="132635" y="57103"/>
                </a:lnTo>
                <a:cubicBezTo>
                  <a:pt x="135569" y="57103"/>
                  <a:pt x="138223" y="56719"/>
                  <a:pt x="140598" y="55950"/>
                </a:cubicBezTo>
                <a:cubicBezTo>
                  <a:pt x="142973" y="55182"/>
                  <a:pt x="144999" y="53942"/>
                  <a:pt x="146675" y="52231"/>
                </a:cubicBezTo>
                <a:cubicBezTo>
                  <a:pt x="148352" y="50519"/>
                  <a:pt x="149661" y="48267"/>
                  <a:pt x="150604" y="45473"/>
                </a:cubicBezTo>
                <a:cubicBezTo>
                  <a:pt x="151547" y="42679"/>
                  <a:pt x="152019" y="39221"/>
                  <a:pt x="152019" y="35100"/>
                </a:cubicBezTo>
                <a:cubicBezTo>
                  <a:pt x="152019" y="31049"/>
                  <a:pt x="151547" y="27644"/>
                  <a:pt x="150604" y="24884"/>
                </a:cubicBezTo>
                <a:cubicBezTo>
                  <a:pt x="149661" y="22125"/>
                  <a:pt x="148352" y="19925"/>
                  <a:pt x="146675" y="18284"/>
                </a:cubicBezTo>
                <a:cubicBezTo>
                  <a:pt x="144999" y="16642"/>
                  <a:pt x="142973" y="15472"/>
                  <a:pt x="140598" y="14774"/>
                </a:cubicBezTo>
                <a:cubicBezTo>
                  <a:pt x="138223" y="14075"/>
                  <a:pt x="135569" y="13726"/>
                  <a:pt x="132635" y="13726"/>
                </a:cubicBezTo>
                <a:close/>
                <a:moveTo>
                  <a:pt x="491652" y="13516"/>
                </a:moveTo>
                <a:lnTo>
                  <a:pt x="491652" y="32690"/>
                </a:lnTo>
                <a:lnTo>
                  <a:pt x="499615" y="32690"/>
                </a:lnTo>
                <a:cubicBezTo>
                  <a:pt x="503666" y="32690"/>
                  <a:pt x="506757" y="31835"/>
                  <a:pt x="508887" y="30123"/>
                </a:cubicBezTo>
                <a:cubicBezTo>
                  <a:pt x="511018" y="28412"/>
                  <a:pt x="512083" y="25880"/>
                  <a:pt x="512083" y="22527"/>
                </a:cubicBezTo>
                <a:cubicBezTo>
                  <a:pt x="512083" y="19174"/>
                  <a:pt x="511018" y="16834"/>
                  <a:pt x="508887" y="15507"/>
                </a:cubicBezTo>
                <a:cubicBezTo>
                  <a:pt x="506757" y="14180"/>
                  <a:pt x="503666" y="13516"/>
                  <a:pt x="499615" y="13516"/>
                </a:cubicBezTo>
                <a:close/>
                <a:moveTo>
                  <a:pt x="282102" y="13516"/>
                </a:moveTo>
                <a:lnTo>
                  <a:pt x="282102" y="32690"/>
                </a:lnTo>
                <a:lnTo>
                  <a:pt x="290065" y="32690"/>
                </a:lnTo>
                <a:cubicBezTo>
                  <a:pt x="294116" y="32690"/>
                  <a:pt x="297207" y="31835"/>
                  <a:pt x="299337" y="30123"/>
                </a:cubicBezTo>
                <a:cubicBezTo>
                  <a:pt x="301468" y="28412"/>
                  <a:pt x="302533" y="25880"/>
                  <a:pt x="302533" y="22527"/>
                </a:cubicBezTo>
                <a:cubicBezTo>
                  <a:pt x="302533" y="19174"/>
                  <a:pt x="301468" y="16834"/>
                  <a:pt x="299337" y="15507"/>
                </a:cubicBezTo>
                <a:cubicBezTo>
                  <a:pt x="297207" y="14180"/>
                  <a:pt x="294116" y="13516"/>
                  <a:pt x="290065" y="13516"/>
                </a:cubicBezTo>
                <a:close/>
                <a:moveTo>
                  <a:pt x="476250" y="1258"/>
                </a:moveTo>
                <a:lnTo>
                  <a:pt x="500872" y="1258"/>
                </a:lnTo>
                <a:cubicBezTo>
                  <a:pt x="504504" y="1258"/>
                  <a:pt x="507909" y="1607"/>
                  <a:pt x="511087" y="2305"/>
                </a:cubicBezTo>
                <a:cubicBezTo>
                  <a:pt x="514266" y="3004"/>
                  <a:pt x="517042" y="4174"/>
                  <a:pt x="519417" y="5815"/>
                </a:cubicBezTo>
                <a:cubicBezTo>
                  <a:pt x="521792" y="7457"/>
                  <a:pt x="523678" y="9640"/>
                  <a:pt x="525075" y="12364"/>
                </a:cubicBezTo>
                <a:cubicBezTo>
                  <a:pt x="526472" y="15088"/>
                  <a:pt x="527170" y="18476"/>
                  <a:pt x="527170" y="22527"/>
                </a:cubicBezTo>
                <a:cubicBezTo>
                  <a:pt x="527170" y="27556"/>
                  <a:pt x="526070" y="31695"/>
                  <a:pt x="523870" y="34943"/>
                </a:cubicBezTo>
                <a:cubicBezTo>
                  <a:pt x="521670" y="38191"/>
                  <a:pt x="518719" y="40618"/>
                  <a:pt x="515017" y="42225"/>
                </a:cubicBezTo>
                <a:lnTo>
                  <a:pt x="530523" y="69571"/>
                </a:lnTo>
                <a:lnTo>
                  <a:pt x="513235" y="69571"/>
                </a:lnTo>
                <a:lnTo>
                  <a:pt x="500138" y="44949"/>
                </a:lnTo>
                <a:lnTo>
                  <a:pt x="491652" y="44949"/>
                </a:lnTo>
                <a:lnTo>
                  <a:pt x="491652" y="69571"/>
                </a:lnTo>
                <a:lnTo>
                  <a:pt x="476250" y="69571"/>
                </a:lnTo>
                <a:close/>
                <a:moveTo>
                  <a:pt x="419100" y="1258"/>
                </a:moveTo>
                <a:lnTo>
                  <a:pt x="461848" y="1258"/>
                </a:lnTo>
                <a:lnTo>
                  <a:pt x="461848" y="14250"/>
                </a:lnTo>
                <a:lnTo>
                  <a:pt x="434502" y="14250"/>
                </a:lnTo>
                <a:lnTo>
                  <a:pt x="434502" y="27975"/>
                </a:lnTo>
                <a:lnTo>
                  <a:pt x="457762" y="27975"/>
                </a:lnTo>
                <a:lnTo>
                  <a:pt x="457762" y="40863"/>
                </a:lnTo>
                <a:lnTo>
                  <a:pt x="434502" y="40863"/>
                </a:lnTo>
                <a:lnTo>
                  <a:pt x="434502" y="56579"/>
                </a:lnTo>
                <a:lnTo>
                  <a:pt x="462896" y="56579"/>
                </a:lnTo>
                <a:lnTo>
                  <a:pt x="462896" y="69571"/>
                </a:lnTo>
                <a:lnTo>
                  <a:pt x="419100" y="69571"/>
                </a:lnTo>
                <a:close/>
                <a:moveTo>
                  <a:pt x="353149" y="1258"/>
                </a:moveTo>
                <a:lnTo>
                  <a:pt x="369494" y="1258"/>
                </a:lnTo>
                <a:lnTo>
                  <a:pt x="377666" y="33109"/>
                </a:lnTo>
                <a:cubicBezTo>
                  <a:pt x="378714" y="36881"/>
                  <a:pt x="379639" y="40531"/>
                  <a:pt x="380443" y="44058"/>
                </a:cubicBezTo>
                <a:cubicBezTo>
                  <a:pt x="381246" y="47586"/>
                  <a:pt x="382171" y="51235"/>
                  <a:pt x="383219" y="55007"/>
                </a:cubicBezTo>
                <a:lnTo>
                  <a:pt x="383638" y="55007"/>
                </a:lnTo>
                <a:cubicBezTo>
                  <a:pt x="384616" y="51235"/>
                  <a:pt x="385524" y="47586"/>
                  <a:pt x="386362" y="44058"/>
                </a:cubicBezTo>
                <a:cubicBezTo>
                  <a:pt x="387200" y="40531"/>
                  <a:pt x="388109" y="36881"/>
                  <a:pt x="389086" y="33109"/>
                </a:cubicBezTo>
                <a:lnTo>
                  <a:pt x="397154" y="1258"/>
                </a:lnTo>
                <a:lnTo>
                  <a:pt x="412870" y="1258"/>
                </a:lnTo>
                <a:lnTo>
                  <a:pt x="392334" y="69571"/>
                </a:lnTo>
                <a:lnTo>
                  <a:pt x="373789" y="69571"/>
                </a:lnTo>
                <a:close/>
                <a:moveTo>
                  <a:pt x="333375" y="1258"/>
                </a:moveTo>
                <a:lnTo>
                  <a:pt x="348777" y="1258"/>
                </a:lnTo>
                <a:lnTo>
                  <a:pt x="348777" y="69571"/>
                </a:lnTo>
                <a:lnTo>
                  <a:pt x="333375" y="69571"/>
                </a:lnTo>
                <a:close/>
                <a:moveTo>
                  <a:pt x="266700" y="1258"/>
                </a:moveTo>
                <a:lnTo>
                  <a:pt x="291322" y="1258"/>
                </a:lnTo>
                <a:cubicBezTo>
                  <a:pt x="294954" y="1258"/>
                  <a:pt x="298359" y="1607"/>
                  <a:pt x="301537" y="2305"/>
                </a:cubicBezTo>
                <a:cubicBezTo>
                  <a:pt x="304716" y="3004"/>
                  <a:pt x="307492" y="4174"/>
                  <a:pt x="309867" y="5815"/>
                </a:cubicBezTo>
                <a:cubicBezTo>
                  <a:pt x="312242" y="7457"/>
                  <a:pt x="314128" y="9640"/>
                  <a:pt x="315525" y="12364"/>
                </a:cubicBezTo>
                <a:cubicBezTo>
                  <a:pt x="316922" y="15088"/>
                  <a:pt x="317620" y="18476"/>
                  <a:pt x="317620" y="22527"/>
                </a:cubicBezTo>
                <a:cubicBezTo>
                  <a:pt x="317620" y="27556"/>
                  <a:pt x="316520" y="31695"/>
                  <a:pt x="314320" y="34943"/>
                </a:cubicBezTo>
                <a:cubicBezTo>
                  <a:pt x="312120" y="38191"/>
                  <a:pt x="309169" y="40618"/>
                  <a:pt x="305466" y="42225"/>
                </a:cubicBezTo>
                <a:lnTo>
                  <a:pt x="320973" y="69571"/>
                </a:lnTo>
                <a:lnTo>
                  <a:pt x="303685" y="69571"/>
                </a:lnTo>
                <a:lnTo>
                  <a:pt x="290588" y="44949"/>
                </a:lnTo>
                <a:lnTo>
                  <a:pt x="282102" y="44949"/>
                </a:lnTo>
                <a:lnTo>
                  <a:pt x="282102" y="69571"/>
                </a:lnTo>
                <a:lnTo>
                  <a:pt x="266700" y="69571"/>
                </a:lnTo>
                <a:close/>
                <a:moveTo>
                  <a:pt x="200025" y="1258"/>
                </a:moveTo>
                <a:lnTo>
                  <a:pt x="219303" y="1258"/>
                </a:lnTo>
                <a:cubicBezTo>
                  <a:pt x="224542" y="1258"/>
                  <a:pt x="229257" y="1921"/>
                  <a:pt x="233448" y="3248"/>
                </a:cubicBezTo>
                <a:cubicBezTo>
                  <a:pt x="237639" y="4576"/>
                  <a:pt x="241236" y="6619"/>
                  <a:pt x="244240" y="9378"/>
                </a:cubicBezTo>
                <a:cubicBezTo>
                  <a:pt x="247243" y="12137"/>
                  <a:pt x="249548" y="15647"/>
                  <a:pt x="251155" y="19908"/>
                </a:cubicBezTo>
                <a:cubicBezTo>
                  <a:pt x="252761" y="24169"/>
                  <a:pt x="253565" y="29233"/>
                  <a:pt x="253565" y="35100"/>
                </a:cubicBezTo>
                <a:cubicBezTo>
                  <a:pt x="253565" y="40967"/>
                  <a:pt x="252761" y="46067"/>
                  <a:pt x="251155" y="50397"/>
                </a:cubicBezTo>
                <a:cubicBezTo>
                  <a:pt x="249548" y="54728"/>
                  <a:pt x="247278" y="58308"/>
                  <a:pt x="244345" y="61137"/>
                </a:cubicBezTo>
                <a:cubicBezTo>
                  <a:pt x="241411" y="63966"/>
                  <a:pt x="237901" y="66079"/>
                  <a:pt x="233815" y="67476"/>
                </a:cubicBezTo>
                <a:cubicBezTo>
                  <a:pt x="229728" y="68873"/>
                  <a:pt x="225171" y="69571"/>
                  <a:pt x="220142" y="69571"/>
                </a:cubicBezTo>
                <a:lnTo>
                  <a:pt x="200025" y="69571"/>
                </a:lnTo>
                <a:close/>
                <a:moveTo>
                  <a:pt x="114300" y="1258"/>
                </a:moveTo>
                <a:lnTo>
                  <a:pt x="133578" y="1258"/>
                </a:lnTo>
                <a:cubicBezTo>
                  <a:pt x="138817" y="1258"/>
                  <a:pt x="143532" y="1921"/>
                  <a:pt x="147723" y="3248"/>
                </a:cubicBezTo>
                <a:cubicBezTo>
                  <a:pt x="151914" y="4576"/>
                  <a:pt x="155511" y="6619"/>
                  <a:pt x="158515" y="9378"/>
                </a:cubicBezTo>
                <a:cubicBezTo>
                  <a:pt x="161518" y="12137"/>
                  <a:pt x="163823" y="15647"/>
                  <a:pt x="165430" y="19908"/>
                </a:cubicBezTo>
                <a:cubicBezTo>
                  <a:pt x="167036" y="24169"/>
                  <a:pt x="167840" y="29233"/>
                  <a:pt x="167840" y="35100"/>
                </a:cubicBezTo>
                <a:cubicBezTo>
                  <a:pt x="167840" y="40967"/>
                  <a:pt x="167036" y="46067"/>
                  <a:pt x="165430" y="50397"/>
                </a:cubicBezTo>
                <a:cubicBezTo>
                  <a:pt x="163823" y="54728"/>
                  <a:pt x="161553" y="58308"/>
                  <a:pt x="158620" y="61137"/>
                </a:cubicBezTo>
                <a:cubicBezTo>
                  <a:pt x="155686" y="63966"/>
                  <a:pt x="152176" y="66079"/>
                  <a:pt x="148090" y="67476"/>
                </a:cubicBezTo>
                <a:cubicBezTo>
                  <a:pt x="144003" y="68873"/>
                  <a:pt x="139446" y="69571"/>
                  <a:pt x="134417" y="69571"/>
                </a:cubicBezTo>
                <a:lnTo>
                  <a:pt x="114300" y="69571"/>
                </a:lnTo>
                <a:close/>
                <a:moveTo>
                  <a:pt x="57150" y="1258"/>
                </a:moveTo>
                <a:lnTo>
                  <a:pt x="99898" y="1258"/>
                </a:lnTo>
                <a:lnTo>
                  <a:pt x="99898" y="14250"/>
                </a:lnTo>
                <a:lnTo>
                  <a:pt x="72552" y="14250"/>
                </a:lnTo>
                <a:lnTo>
                  <a:pt x="72552" y="27975"/>
                </a:lnTo>
                <a:lnTo>
                  <a:pt x="95812" y="27975"/>
                </a:lnTo>
                <a:lnTo>
                  <a:pt x="95812" y="40863"/>
                </a:lnTo>
                <a:lnTo>
                  <a:pt x="72552" y="40863"/>
                </a:lnTo>
                <a:lnTo>
                  <a:pt x="72552" y="56579"/>
                </a:lnTo>
                <a:lnTo>
                  <a:pt x="100946" y="56579"/>
                </a:lnTo>
                <a:lnTo>
                  <a:pt x="100946" y="69571"/>
                </a:lnTo>
                <a:lnTo>
                  <a:pt x="57150" y="69571"/>
                </a:lnTo>
                <a:close/>
                <a:moveTo>
                  <a:pt x="0" y="1258"/>
                </a:moveTo>
                <a:lnTo>
                  <a:pt x="15402" y="1258"/>
                </a:lnTo>
                <a:lnTo>
                  <a:pt x="15402" y="56579"/>
                </a:lnTo>
                <a:lnTo>
                  <a:pt x="42434" y="56579"/>
                </a:lnTo>
                <a:lnTo>
                  <a:pt x="42434" y="69571"/>
                </a:lnTo>
                <a:lnTo>
                  <a:pt x="0" y="69571"/>
                </a:lnTo>
                <a:close/>
                <a:moveTo>
                  <a:pt x="565556" y="0"/>
                </a:moveTo>
                <a:cubicBezTo>
                  <a:pt x="569538" y="0"/>
                  <a:pt x="573467" y="769"/>
                  <a:pt x="577343" y="2305"/>
                </a:cubicBezTo>
                <a:cubicBezTo>
                  <a:pt x="581220" y="3842"/>
                  <a:pt x="584625" y="6077"/>
                  <a:pt x="587559" y="9011"/>
                </a:cubicBezTo>
                <a:lnTo>
                  <a:pt x="579701" y="18755"/>
                </a:lnTo>
                <a:cubicBezTo>
                  <a:pt x="577466" y="17009"/>
                  <a:pt x="575230" y="15664"/>
                  <a:pt x="572995" y="14721"/>
                </a:cubicBezTo>
                <a:cubicBezTo>
                  <a:pt x="570760" y="13778"/>
                  <a:pt x="568280" y="13307"/>
                  <a:pt x="565556" y="13307"/>
                </a:cubicBezTo>
                <a:cubicBezTo>
                  <a:pt x="562902" y="13307"/>
                  <a:pt x="560789" y="13848"/>
                  <a:pt x="559217" y="14931"/>
                </a:cubicBezTo>
                <a:cubicBezTo>
                  <a:pt x="557646" y="16014"/>
                  <a:pt x="556860" y="17533"/>
                  <a:pt x="556860" y="19489"/>
                </a:cubicBezTo>
                <a:cubicBezTo>
                  <a:pt x="556860" y="20536"/>
                  <a:pt x="557122" y="21427"/>
                  <a:pt x="557646" y="22160"/>
                </a:cubicBezTo>
                <a:cubicBezTo>
                  <a:pt x="558170" y="22894"/>
                  <a:pt x="558903" y="23557"/>
                  <a:pt x="559846" y="24151"/>
                </a:cubicBezTo>
                <a:cubicBezTo>
                  <a:pt x="560789" y="24745"/>
                  <a:pt x="561889" y="25304"/>
                  <a:pt x="563146" y="25827"/>
                </a:cubicBezTo>
                <a:cubicBezTo>
                  <a:pt x="564404" y="26351"/>
                  <a:pt x="565766" y="26928"/>
                  <a:pt x="567233" y="27556"/>
                </a:cubicBezTo>
                <a:lnTo>
                  <a:pt x="576034" y="31119"/>
                </a:lnTo>
                <a:cubicBezTo>
                  <a:pt x="580225" y="32795"/>
                  <a:pt x="583525" y="35100"/>
                  <a:pt x="585935" y="38034"/>
                </a:cubicBezTo>
                <a:cubicBezTo>
                  <a:pt x="588345" y="40967"/>
                  <a:pt x="589550" y="44844"/>
                  <a:pt x="589550" y="49664"/>
                </a:cubicBezTo>
                <a:cubicBezTo>
                  <a:pt x="589550" y="52528"/>
                  <a:pt x="588973" y="55234"/>
                  <a:pt x="587821" y="57784"/>
                </a:cubicBezTo>
                <a:cubicBezTo>
                  <a:pt x="586668" y="60333"/>
                  <a:pt x="584992" y="62569"/>
                  <a:pt x="582792" y="64489"/>
                </a:cubicBezTo>
                <a:cubicBezTo>
                  <a:pt x="580591" y="66410"/>
                  <a:pt x="577885" y="67947"/>
                  <a:pt x="574672" y="69100"/>
                </a:cubicBezTo>
                <a:cubicBezTo>
                  <a:pt x="571458" y="70252"/>
                  <a:pt x="567826" y="70828"/>
                  <a:pt x="563775" y="70828"/>
                </a:cubicBezTo>
                <a:cubicBezTo>
                  <a:pt x="559305" y="70828"/>
                  <a:pt x="554852" y="70008"/>
                  <a:pt x="550416" y="68366"/>
                </a:cubicBezTo>
                <a:cubicBezTo>
                  <a:pt x="545981" y="66725"/>
                  <a:pt x="542017" y="64262"/>
                  <a:pt x="538524" y="60979"/>
                </a:cubicBezTo>
                <a:lnTo>
                  <a:pt x="547325" y="50397"/>
                </a:lnTo>
                <a:cubicBezTo>
                  <a:pt x="549770" y="52493"/>
                  <a:pt x="552477" y="54204"/>
                  <a:pt x="555445" y="55531"/>
                </a:cubicBezTo>
                <a:cubicBezTo>
                  <a:pt x="558414" y="56858"/>
                  <a:pt x="561330" y="57522"/>
                  <a:pt x="564194" y="57522"/>
                </a:cubicBezTo>
                <a:cubicBezTo>
                  <a:pt x="567407" y="57522"/>
                  <a:pt x="569800" y="56928"/>
                  <a:pt x="571371" y="55741"/>
                </a:cubicBezTo>
                <a:cubicBezTo>
                  <a:pt x="572943" y="54553"/>
                  <a:pt x="573729" y="52947"/>
                  <a:pt x="573729" y="50921"/>
                </a:cubicBezTo>
                <a:cubicBezTo>
                  <a:pt x="573729" y="49873"/>
                  <a:pt x="573502" y="48965"/>
                  <a:pt x="573048" y="48197"/>
                </a:cubicBezTo>
                <a:cubicBezTo>
                  <a:pt x="572594" y="47429"/>
                  <a:pt x="571930" y="46748"/>
                  <a:pt x="571057" y="46154"/>
                </a:cubicBezTo>
                <a:cubicBezTo>
                  <a:pt x="570184" y="45560"/>
                  <a:pt x="569136" y="45001"/>
                  <a:pt x="567914" y="44477"/>
                </a:cubicBezTo>
                <a:cubicBezTo>
                  <a:pt x="566691" y="43954"/>
                  <a:pt x="565347" y="43377"/>
                  <a:pt x="563880" y="42749"/>
                </a:cubicBezTo>
                <a:lnTo>
                  <a:pt x="554974" y="38977"/>
                </a:lnTo>
                <a:cubicBezTo>
                  <a:pt x="553228" y="38278"/>
                  <a:pt x="551534" y="37370"/>
                  <a:pt x="549892" y="36253"/>
                </a:cubicBezTo>
                <a:cubicBezTo>
                  <a:pt x="548251" y="35135"/>
                  <a:pt x="546784" y="33825"/>
                  <a:pt x="545492" y="32324"/>
                </a:cubicBezTo>
                <a:cubicBezTo>
                  <a:pt x="544200" y="30822"/>
                  <a:pt x="543169" y="29075"/>
                  <a:pt x="542401" y="27085"/>
                </a:cubicBezTo>
                <a:cubicBezTo>
                  <a:pt x="541633" y="25094"/>
                  <a:pt x="541248" y="22841"/>
                  <a:pt x="541248" y="20327"/>
                </a:cubicBezTo>
                <a:cubicBezTo>
                  <a:pt x="541248" y="17533"/>
                  <a:pt x="541842" y="14896"/>
                  <a:pt x="543030" y="12416"/>
                </a:cubicBezTo>
                <a:cubicBezTo>
                  <a:pt x="544217" y="9937"/>
                  <a:pt x="545893" y="7771"/>
                  <a:pt x="548059" y="5920"/>
                </a:cubicBezTo>
                <a:cubicBezTo>
                  <a:pt x="550224" y="4069"/>
                  <a:pt x="552791" y="2620"/>
                  <a:pt x="555760" y="1572"/>
                </a:cubicBezTo>
                <a:cubicBezTo>
                  <a:pt x="558728" y="524"/>
                  <a:pt x="561994" y="0"/>
                  <a:pt x="56555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2117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Gate Drivers Transition">
  <p:cSld name="Gate Drivers Transition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698294" y="644290"/>
            <a:ext cx="866597" cy="94437"/>
          </a:xfrm>
          <a:custGeom>
            <a:avLst/>
            <a:gdLst/>
            <a:ahLst/>
            <a:cxnLst/>
            <a:rect l="l" t="t" r="r" b="b"/>
            <a:pathLst>
              <a:path w="649948" h="70828" extrusionOk="0">
                <a:moveTo>
                  <a:pt x="275825" y="13726"/>
                </a:moveTo>
                <a:lnTo>
                  <a:pt x="275825" y="57103"/>
                </a:lnTo>
                <a:lnTo>
                  <a:pt x="278758" y="57103"/>
                </a:lnTo>
                <a:cubicBezTo>
                  <a:pt x="281692" y="57103"/>
                  <a:pt x="284346" y="56719"/>
                  <a:pt x="286721" y="55950"/>
                </a:cubicBezTo>
                <a:cubicBezTo>
                  <a:pt x="289096" y="55182"/>
                  <a:pt x="291122" y="53942"/>
                  <a:pt x="292798" y="52231"/>
                </a:cubicBezTo>
                <a:cubicBezTo>
                  <a:pt x="294475" y="50519"/>
                  <a:pt x="295784" y="48267"/>
                  <a:pt x="296727" y="45473"/>
                </a:cubicBezTo>
                <a:cubicBezTo>
                  <a:pt x="297670" y="42679"/>
                  <a:pt x="298142" y="39221"/>
                  <a:pt x="298142" y="35100"/>
                </a:cubicBezTo>
                <a:cubicBezTo>
                  <a:pt x="298142" y="31049"/>
                  <a:pt x="297670" y="27644"/>
                  <a:pt x="296727" y="24884"/>
                </a:cubicBezTo>
                <a:cubicBezTo>
                  <a:pt x="295784" y="22125"/>
                  <a:pt x="294475" y="19925"/>
                  <a:pt x="292798" y="18284"/>
                </a:cubicBezTo>
                <a:cubicBezTo>
                  <a:pt x="291122" y="16642"/>
                  <a:pt x="289096" y="15472"/>
                  <a:pt x="286721" y="14774"/>
                </a:cubicBezTo>
                <a:cubicBezTo>
                  <a:pt x="284346" y="14075"/>
                  <a:pt x="281692" y="13726"/>
                  <a:pt x="278758" y="13726"/>
                </a:cubicBezTo>
                <a:close/>
                <a:moveTo>
                  <a:pt x="552050" y="13516"/>
                </a:moveTo>
                <a:lnTo>
                  <a:pt x="552050" y="32690"/>
                </a:lnTo>
                <a:lnTo>
                  <a:pt x="560013" y="32690"/>
                </a:lnTo>
                <a:cubicBezTo>
                  <a:pt x="564064" y="32690"/>
                  <a:pt x="567155" y="31835"/>
                  <a:pt x="569285" y="30123"/>
                </a:cubicBezTo>
                <a:cubicBezTo>
                  <a:pt x="571416" y="28412"/>
                  <a:pt x="572481" y="25880"/>
                  <a:pt x="572481" y="22527"/>
                </a:cubicBezTo>
                <a:cubicBezTo>
                  <a:pt x="572481" y="19174"/>
                  <a:pt x="571416" y="16834"/>
                  <a:pt x="569285" y="15507"/>
                </a:cubicBezTo>
                <a:cubicBezTo>
                  <a:pt x="567155" y="14180"/>
                  <a:pt x="564064" y="13516"/>
                  <a:pt x="560013" y="13516"/>
                </a:cubicBezTo>
                <a:close/>
                <a:moveTo>
                  <a:pt x="342500" y="13516"/>
                </a:moveTo>
                <a:lnTo>
                  <a:pt x="342500" y="32690"/>
                </a:lnTo>
                <a:lnTo>
                  <a:pt x="350463" y="32690"/>
                </a:lnTo>
                <a:cubicBezTo>
                  <a:pt x="354514" y="32690"/>
                  <a:pt x="357605" y="31835"/>
                  <a:pt x="359735" y="30123"/>
                </a:cubicBezTo>
                <a:cubicBezTo>
                  <a:pt x="361866" y="28412"/>
                  <a:pt x="362931" y="25880"/>
                  <a:pt x="362931" y="22527"/>
                </a:cubicBezTo>
                <a:cubicBezTo>
                  <a:pt x="362931" y="19174"/>
                  <a:pt x="361866" y="16834"/>
                  <a:pt x="359735" y="15507"/>
                </a:cubicBezTo>
                <a:cubicBezTo>
                  <a:pt x="357605" y="14180"/>
                  <a:pt x="354514" y="13516"/>
                  <a:pt x="350463" y="13516"/>
                </a:cubicBezTo>
                <a:close/>
                <a:moveTo>
                  <a:pt x="91297" y="12993"/>
                </a:moveTo>
                <a:cubicBezTo>
                  <a:pt x="90459" y="16625"/>
                  <a:pt x="89603" y="20344"/>
                  <a:pt x="88730" y="24151"/>
                </a:cubicBezTo>
                <a:cubicBezTo>
                  <a:pt x="87857" y="27958"/>
                  <a:pt x="86931" y="31573"/>
                  <a:pt x="85953" y="34995"/>
                </a:cubicBezTo>
                <a:lnTo>
                  <a:pt x="84277" y="41282"/>
                </a:lnTo>
                <a:lnTo>
                  <a:pt x="98841" y="41282"/>
                </a:lnTo>
                <a:lnTo>
                  <a:pt x="97269" y="34995"/>
                </a:lnTo>
                <a:cubicBezTo>
                  <a:pt x="96291" y="31573"/>
                  <a:pt x="95348" y="27940"/>
                  <a:pt x="94440" y="24099"/>
                </a:cubicBezTo>
                <a:cubicBezTo>
                  <a:pt x="93532" y="20257"/>
                  <a:pt x="92624" y="16555"/>
                  <a:pt x="91716" y="12993"/>
                </a:cubicBezTo>
                <a:close/>
                <a:moveTo>
                  <a:pt x="536648" y="1258"/>
                </a:moveTo>
                <a:lnTo>
                  <a:pt x="561270" y="1258"/>
                </a:lnTo>
                <a:cubicBezTo>
                  <a:pt x="564902" y="1258"/>
                  <a:pt x="568307" y="1607"/>
                  <a:pt x="571485" y="2305"/>
                </a:cubicBezTo>
                <a:cubicBezTo>
                  <a:pt x="574664" y="3004"/>
                  <a:pt x="577440" y="4174"/>
                  <a:pt x="579815" y="5815"/>
                </a:cubicBezTo>
                <a:cubicBezTo>
                  <a:pt x="582190" y="7457"/>
                  <a:pt x="584076" y="9640"/>
                  <a:pt x="585473" y="12364"/>
                </a:cubicBezTo>
                <a:cubicBezTo>
                  <a:pt x="586870" y="15088"/>
                  <a:pt x="587568" y="18476"/>
                  <a:pt x="587568" y="22527"/>
                </a:cubicBezTo>
                <a:cubicBezTo>
                  <a:pt x="587568" y="27556"/>
                  <a:pt x="586468" y="31695"/>
                  <a:pt x="584268" y="34943"/>
                </a:cubicBezTo>
                <a:cubicBezTo>
                  <a:pt x="582068" y="38191"/>
                  <a:pt x="579117" y="40618"/>
                  <a:pt x="575415" y="42225"/>
                </a:cubicBezTo>
                <a:lnTo>
                  <a:pt x="590921" y="69571"/>
                </a:lnTo>
                <a:lnTo>
                  <a:pt x="573633" y="69571"/>
                </a:lnTo>
                <a:lnTo>
                  <a:pt x="560536" y="44949"/>
                </a:lnTo>
                <a:lnTo>
                  <a:pt x="552050" y="44949"/>
                </a:lnTo>
                <a:lnTo>
                  <a:pt x="552050" y="69571"/>
                </a:lnTo>
                <a:lnTo>
                  <a:pt x="536648" y="69571"/>
                </a:lnTo>
                <a:close/>
                <a:moveTo>
                  <a:pt x="479498" y="1258"/>
                </a:moveTo>
                <a:lnTo>
                  <a:pt x="522246" y="1258"/>
                </a:lnTo>
                <a:lnTo>
                  <a:pt x="522246" y="14250"/>
                </a:lnTo>
                <a:lnTo>
                  <a:pt x="494900" y="14250"/>
                </a:lnTo>
                <a:lnTo>
                  <a:pt x="494900" y="27975"/>
                </a:lnTo>
                <a:lnTo>
                  <a:pt x="518160" y="27975"/>
                </a:lnTo>
                <a:lnTo>
                  <a:pt x="518160" y="40863"/>
                </a:lnTo>
                <a:lnTo>
                  <a:pt x="494900" y="40863"/>
                </a:lnTo>
                <a:lnTo>
                  <a:pt x="494900" y="56579"/>
                </a:lnTo>
                <a:lnTo>
                  <a:pt x="523294" y="56579"/>
                </a:lnTo>
                <a:lnTo>
                  <a:pt x="523294" y="69571"/>
                </a:lnTo>
                <a:lnTo>
                  <a:pt x="479498" y="69571"/>
                </a:lnTo>
                <a:close/>
                <a:moveTo>
                  <a:pt x="413547" y="1258"/>
                </a:moveTo>
                <a:lnTo>
                  <a:pt x="429891" y="1258"/>
                </a:lnTo>
                <a:lnTo>
                  <a:pt x="438064" y="33109"/>
                </a:lnTo>
                <a:cubicBezTo>
                  <a:pt x="439112" y="36881"/>
                  <a:pt x="440037" y="40531"/>
                  <a:pt x="440840" y="44058"/>
                </a:cubicBezTo>
                <a:cubicBezTo>
                  <a:pt x="441644" y="47586"/>
                  <a:pt x="442569" y="51235"/>
                  <a:pt x="443617" y="55007"/>
                </a:cubicBezTo>
                <a:lnTo>
                  <a:pt x="444036" y="55007"/>
                </a:lnTo>
                <a:cubicBezTo>
                  <a:pt x="445014" y="51235"/>
                  <a:pt x="445922" y="47586"/>
                  <a:pt x="446760" y="44058"/>
                </a:cubicBezTo>
                <a:cubicBezTo>
                  <a:pt x="447598" y="40531"/>
                  <a:pt x="448506" y="36881"/>
                  <a:pt x="449484" y="33109"/>
                </a:cubicBezTo>
                <a:lnTo>
                  <a:pt x="457552" y="1258"/>
                </a:lnTo>
                <a:lnTo>
                  <a:pt x="473268" y="1258"/>
                </a:lnTo>
                <a:lnTo>
                  <a:pt x="452732" y="69571"/>
                </a:lnTo>
                <a:lnTo>
                  <a:pt x="434187" y="69571"/>
                </a:lnTo>
                <a:close/>
                <a:moveTo>
                  <a:pt x="393773" y="1258"/>
                </a:moveTo>
                <a:lnTo>
                  <a:pt x="409175" y="1258"/>
                </a:lnTo>
                <a:lnTo>
                  <a:pt x="409175" y="69571"/>
                </a:lnTo>
                <a:lnTo>
                  <a:pt x="393773" y="69571"/>
                </a:lnTo>
                <a:close/>
                <a:moveTo>
                  <a:pt x="327098" y="1258"/>
                </a:moveTo>
                <a:lnTo>
                  <a:pt x="351720" y="1258"/>
                </a:lnTo>
                <a:cubicBezTo>
                  <a:pt x="355352" y="1258"/>
                  <a:pt x="358757" y="1607"/>
                  <a:pt x="361935" y="2305"/>
                </a:cubicBezTo>
                <a:cubicBezTo>
                  <a:pt x="365114" y="3004"/>
                  <a:pt x="367890" y="4174"/>
                  <a:pt x="370265" y="5815"/>
                </a:cubicBezTo>
                <a:cubicBezTo>
                  <a:pt x="372640" y="7457"/>
                  <a:pt x="374526" y="9640"/>
                  <a:pt x="375923" y="12364"/>
                </a:cubicBezTo>
                <a:cubicBezTo>
                  <a:pt x="377320" y="15088"/>
                  <a:pt x="378018" y="18476"/>
                  <a:pt x="378018" y="22527"/>
                </a:cubicBezTo>
                <a:cubicBezTo>
                  <a:pt x="378018" y="27556"/>
                  <a:pt x="376918" y="31695"/>
                  <a:pt x="374718" y="34943"/>
                </a:cubicBezTo>
                <a:cubicBezTo>
                  <a:pt x="372518" y="38191"/>
                  <a:pt x="369566" y="40618"/>
                  <a:pt x="365864" y="42225"/>
                </a:cubicBezTo>
                <a:lnTo>
                  <a:pt x="381371" y="69571"/>
                </a:lnTo>
                <a:lnTo>
                  <a:pt x="364083" y="69571"/>
                </a:lnTo>
                <a:lnTo>
                  <a:pt x="350986" y="44949"/>
                </a:lnTo>
                <a:lnTo>
                  <a:pt x="342500" y="44949"/>
                </a:lnTo>
                <a:lnTo>
                  <a:pt x="342500" y="69571"/>
                </a:lnTo>
                <a:lnTo>
                  <a:pt x="327098" y="69571"/>
                </a:lnTo>
                <a:close/>
                <a:moveTo>
                  <a:pt x="260423" y="1258"/>
                </a:moveTo>
                <a:lnTo>
                  <a:pt x="279701" y="1258"/>
                </a:lnTo>
                <a:cubicBezTo>
                  <a:pt x="284940" y="1258"/>
                  <a:pt x="289655" y="1921"/>
                  <a:pt x="293846" y="3248"/>
                </a:cubicBezTo>
                <a:cubicBezTo>
                  <a:pt x="298037" y="4576"/>
                  <a:pt x="301634" y="6619"/>
                  <a:pt x="304638" y="9378"/>
                </a:cubicBezTo>
                <a:cubicBezTo>
                  <a:pt x="307641" y="12137"/>
                  <a:pt x="309946" y="15647"/>
                  <a:pt x="311553" y="19908"/>
                </a:cubicBezTo>
                <a:cubicBezTo>
                  <a:pt x="313159" y="24169"/>
                  <a:pt x="313963" y="29233"/>
                  <a:pt x="313963" y="35100"/>
                </a:cubicBezTo>
                <a:cubicBezTo>
                  <a:pt x="313963" y="40967"/>
                  <a:pt x="313159" y="46067"/>
                  <a:pt x="311553" y="50397"/>
                </a:cubicBezTo>
                <a:cubicBezTo>
                  <a:pt x="309946" y="54728"/>
                  <a:pt x="307676" y="58308"/>
                  <a:pt x="304743" y="61137"/>
                </a:cubicBezTo>
                <a:cubicBezTo>
                  <a:pt x="301809" y="63966"/>
                  <a:pt x="298299" y="66079"/>
                  <a:pt x="294213" y="67476"/>
                </a:cubicBezTo>
                <a:cubicBezTo>
                  <a:pt x="290126" y="68873"/>
                  <a:pt x="285569" y="69571"/>
                  <a:pt x="280540" y="69571"/>
                </a:cubicBezTo>
                <a:lnTo>
                  <a:pt x="260423" y="69571"/>
                </a:lnTo>
                <a:close/>
                <a:moveTo>
                  <a:pt x="184223" y="1258"/>
                </a:moveTo>
                <a:lnTo>
                  <a:pt x="226971" y="1258"/>
                </a:lnTo>
                <a:lnTo>
                  <a:pt x="226971" y="14250"/>
                </a:lnTo>
                <a:lnTo>
                  <a:pt x="199625" y="14250"/>
                </a:lnTo>
                <a:lnTo>
                  <a:pt x="199625" y="27975"/>
                </a:lnTo>
                <a:lnTo>
                  <a:pt x="222885" y="27975"/>
                </a:lnTo>
                <a:lnTo>
                  <a:pt x="222885" y="40863"/>
                </a:lnTo>
                <a:lnTo>
                  <a:pt x="199625" y="40863"/>
                </a:lnTo>
                <a:lnTo>
                  <a:pt x="199625" y="56579"/>
                </a:lnTo>
                <a:lnTo>
                  <a:pt x="228019" y="56579"/>
                </a:lnTo>
                <a:lnTo>
                  <a:pt x="228019" y="69571"/>
                </a:lnTo>
                <a:lnTo>
                  <a:pt x="184223" y="69571"/>
                </a:lnTo>
                <a:close/>
                <a:moveTo>
                  <a:pt x="121624" y="1258"/>
                </a:moveTo>
                <a:lnTo>
                  <a:pt x="174641" y="1258"/>
                </a:lnTo>
                <a:lnTo>
                  <a:pt x="174641" y="14250"/>
                </a:lnTo>
                <a:lnTo>
                  <a:pt x="155886" y="14250"/>
                </a:lnTo>
                <a:lnTo>
                  <a:pt x="155886" y="69571"/>
                </a:lnTo>
                <a:lnTo>
                  <a:pt x="140379" y="69571"/>
                </a:lnTo>
                <a:lnTo>
                  <a:pt x="140379" y="14250"/>
                </a:lnTo>
                <a:lnTo>
                  <a:pt x="121624" y="14250"/>
                </a:lnTo>
                <a:close/>
                <a:moveTo>
                  <a:pt x="82601" y="1258"/>
                </a:moveTo>
                <a:lnTo>
                  <a:pt x="101146" y="1258"/>
                </a:lnTo>
                <a:lnTo>
                  <a:pt x="122520" y="69571"/>
                </a:lnTo>
                <a:lnTo>
                  <a:pt x="106175" y="69571"/>
                </a:lnTo>
                <a:lnTo>
                  <a:pt x="101984" y="53331"/>
                </a:lnTo>
                <a:lnTo>
                  <a:pt x="81134" y="53331"/>
                </a:lnTo>
                <a:lnTo>
                  <a:pt x="76943" y="69571"/>
                </a:lnTo>
                <a:lnTo>
                  <a:pt x="61226" y="69571"/>
                </a:lnTo>
                <a:close/>
                <a:moveTo>
                  <a:pt x="625954" y="0"/>
                </a:moveTo>
                <a:cubicBezTo>
                  <a:pt x="629936" y="0"/>
                  <a:pt x="633865" y="769"/>
                  <a:pt x="637741" y="2305"/>
                </a:cubicBezTo>
                <a:cubicBezTo>
                  <a:pt x="641618" y="3842"/>
                  <a:pt x="645023" y="6077"/>
                  <a:pt x="647957" y="9011"/>
                </a:cubicBezTo>
                <a:lnTo>
                  <a:pt x="640099" y="18755"/>
                </a:lnTo>
                <a:cubicBezTo>
                  <a:pt x="637864" y="17009"/>
                  <a:pt x="635628" y="15664"/>
                  <a:pt x="633393" y="14721"/>
                </a:cubicBezTo>
                <a:cubicBezTo>
                  <a:pt x="631158" y="13778"/>
                  <a:pt x="628678" y="13307"/>
                  <a:pt x="625954" y="13307"/>
                </a:cubicBezTo>
                <a:cubicBezTo>
                  <a:pt x="623300" y="13307"/>
                  <a:pt x="621187" y="13848"/>
                  <a:pt x="619615" y="14931"/>
                </a:cubicBezTo>
                <a:cubicBezTo>
                  <a:pt x="618044" y="16014"/>
                  <a:pt x="617258" y="17533"/>
                  <a:pt x="617258" y="19489"/>
                </a:cubicBezTo>
                <a:cubicBezTo>
                  <a:pt x="617258" y="20536"/>
                  <a:pt x="617520" y="21427"/>
                  <a:pt x="618044" y="22160"/>
                </a:cubicBezTo>
                <a:cubicBezTo>
                  <a:pt x="618567" y="22894"/>
                  <a:pt x="619301" y="23557"/>
                  <a:pt x="620244" y="24151"/>
                </a:cubicBezTo>
                <a:cubicBezTo>
                  <a:pt x="621187" y="24745"/>
                  <a:pt x="622287" y="25304"/>
                  <a:pt x="623544" y="25827"/>
                </a:cubicBezTo>
                <a:cubicBezTo>
                  <a:pt x="624802" y="26351"/>
                  <a:pt x="626164" y="26928"/>
                  <a:pt x="627631" y="27556"/>
                </a:cubicBezTo>
                <a:lnTo>
                  <a:pt x="636432" y="31119"/>
                </a:lnTo>
                <a:cubicBezTo>
                  <a:pt x="640623" y="32795"/>
                  <a:pt x="643923" y="35100"/>
                  <a:pt x="646333" y="38034"/>
                </a:cubicBezTo>
                <a:cubicBezTo>
                  <a:pt x="648743" y="40967"/>
                  <a:pt x="649948" y="44844"/>
                  <a:pt x="649948" y="49664"/>
                </a:cubicBezTo>
                <a:cubicBezTo>
                  <a:pt x="649948" y="52528"/>
                  <a:pt x="649371" y="55234"/>
                  <a:pt x="648219" y="57784"/>
                </a:cubicBezTo>
                <a:cubicBezTo>
                  <a:pt x="647066" y="60333"/>
                  <a:pt x="645390" y="62569"/>
                  <a:pt x="643190" y="64489"/>
                </a:cubicBezTo>
                <a:cubicBezTo>
                  <a:pt x="640989" y="66410"/>
                  <a:pt x="638283" y="67947"/>
                  <a:pt x="635070" y="69100"/>
                </a:cubicBezTo>
                <a:cubicBezTo>
                  <a:pt x="631856" y="70252"/>
                  <a:pt x="628224" y="70828"/>
                  <a:pt x="624173" y="70828"/>
                </a:cubicBezTo>
                <a:cubicBezTo>
                  <a:pt x="619703" y="70828"/>
                  <a:pt x="615250" y="70008"/>
                  <a:pt x="610814" y="68366"/>
                </a:cubicBezTo>
                <a:cubicBezTo>
                  <a:pt x="606379" y="66725"/>
                  <a:pt x="602415" y="64262"/>
                  <a:pt x="598922" y="60979"/>
                </a:cubicBezTo>
                <a:lnTo>
                  <a:pt x="607723" y="50397"/>
                </a:lnTo>
                <a:cubicBezTo>
                  <a:pt x="610168" y="52493"/>
                  <a:pt x="612875" y="54204"/>
                  <a:pt x="615843" y="55531"/>
                </a:cubicBezTo>
                <a:cubicBezTo>
                  <a:pt x="618812" y="56858"/>
                  <a:pt x="621728" y="57522"/>
                  <a:pt x="624592" y="57522"/>
                </a:cubicBezTo>
                <a:cubicBezTo>
                  <a:pt x="627805" y="57522"/>
                  <a:pt x="630198" y="56928"/>
                  <a:pt x="631769" y="55741"/>
                </a:cubicBezTo>
                <a:cubicBezTo>
                  <a:pt x="633341" y="54553"/>
                  <a:pt x="634127" y="52947"/>
                  <a:pt x="634127" y="50921"/>
                </a:cubicBezTo>
                <a:cubicBezTo>
                  <a:pt x="634127" y="49873"/>
                  <a:pt x="633900" y="48965"/>
                  <a:pt x="633446" y="48197"/>
                </a:cubicBezTo>
                <a:cubicBezTo>
                  <a:pt x="632992" y="47429"/>
                  <a:pt x="632328" y="46748"/>
                  <a:pt x="631455" y="46154"/>
                </a:cubicBezTo>
                <a:cubicBezTo>
                  <a:pt x="630582" y="45560"/>
                  <a:pt x="629534" y="45001"/>
                  <a:pt x="628312" y="44477"/>
                </a:cubicBezTo>
                <a:cubicBezTo>
                  <a:pt x="627089" y="43954"/>
                  <a:pt x="625745" y="43377"/>
                  <a:pt x="624278" y="42749"/>
                </a:cubicBezTo>
                <a:lnTo>
                  <a:pt x="615372" y="38977"/>
                </a:lnTo>
                <a:cubicBezTo>
                  <a:pt x="613626" y="38278"/>
                  <a:pt x="611932" y="37370"/>
                  <a:pt x="610290" y="36253"/>
                </a:cubicBezTo>
                <a:cubicBezTo>
                  <a:pt x="608649" y="35135"/>
                  <a:pt x="607182" y="33825"/>
                  <a:pt x="605890" y="32324"/>
                </a:cubicBezTo>
                <a:cubicBezTo>
                  <a:pt x="604598" y="30822"/>
                  <a:pt x="603567" y="29075"/>
                  <a:pt x="602799" y="27085"/>
                </a:cubicBezTo>
                <a:cubicBezTo>
                  <a:pt x="602031" y="25094"/>
                  <a:pt x="601646" y="22841"/>
                  <a:pt x="601646" y="20327"/>
                </a:cubicBezTo>
                <a:cubicBezTo>
                  <a:pt x="601646" y="17533"/>
                  <a:pt x="602240" y="14896"/>
                  <a:pt x="603428" y="12416"/>
                </a:cubicBezTo>
                <a:cubicBezTo>
                  <a:pt x="604615" y="9937"/>
                  <a:pt x="606291" y="7771"/>
                  <a:pt x="608457" y="5920"/>
                </a:cubicBezTo>
                <a:cubicBezTo>
                  <a:pt x="610622" y="4069"/>
                  <a:pt x="613189" y="2620"/>
                  <a:pt x="616158" y="1572"/>
                </a:cubicBezTo>
                <a:cubicBezTo>
                  <a:pt x="619126" y="524"/>
                  <a:pt x="622392" y="0"/>
                  <a:pt x="625954" y="0"/>
                </a:cubicBezTo>
                <a:close/>
                <a:moveTo>
                  <a:pt x="33318" y="0"/>
                </a:moveTo>
                <a:cubicBezTo>
                  <a:pt x="38278" y="0"/>
                  <a:pt x="42538" y="908"/>
                  <a:pt x="46101" y="2725"/>
                </a:cubicBezTo>
                <a:cubicBezTo>
                  <a:pt x="49663" y="4541"/>
                  <a:pt x="52562" y="6601"/>
                  <a:pt x="54797" y="8906"/>
                </a:cubicBezTo>
                <a:lnTo>
                  <a:pt x="46729" y="18755"/>
                </a:lnTo>
                <a:cubicBezTo>
                  <a:pt x="44983" y="17218"/>
                  <a:pt x="43132" y="15926"/>
                  <a:pt x="41176" y="14878"/>
                </a:cubicBezTo>
                <a:cubicBezTo>
                  <a:pt x="39220" y="13831"/>
                  <a:pt x="36776" y="13307"/>
                  <a:pt x="33842" y="13307"/>
                </a:cubicBezTo>
                <a:cubicBezTo>
                  <a:pt x="31188" y="13307"/>
                  <a:pt x="28760" y="13813"/>
                  <a:pt x="26560" y="14826"/>
                </a:cubicBezTo>
                <a:cubicBezTo>
                  <a:pt x="24360" y="15839"/>
                  <a:pt x="22456" y="17288"/>
                  <a:pt x="20850" y="19174"/>
                </a:cubicBezTo>
                <a:cubicBezTo>
                  <a:pt x="19243" y="21060"/>
                  <a:pt x="18004" y="23365"/>
                  <a:pt x="17130" y="26089"/>
                </a:cubicBezTo>
                <a:cubicBezTo>
                  <a:pt x="16257" y="28814"/>
                  <a:pt x="15821" y="31887"/>
                  <a:pt x="15821" y="35310"/>
                </a:cubicBezTo>
                <a:cubicBezTo>
                  <a:pt x="15821" y="42364"/>
                  <a:pt x="17410" y="47830"/>
                  <a:pt x="20588" y="51707"/>
                </a:cubicBezTo>
                <a:cubicBezTo>
                  <a:pt x="23766" y="55584"/>
                  <a:pt x="28568" y="57522"/>
                  <a:pt x="34995" y="57522"/>
                </a:cubicBezTo>
                <a:cubicBezTo>
                  <a:pt x="36392" y="57522"/>
                  <a:pt x="37754" y="57347"/>
                  <a:pt x="39081" y="56998"/>
                </a:cubicBezTo>
                <a:cubicBezTo>
                  <a:pt x="40408" y="56649"/>
                  <a:pt x="41491" y="56125"/>
                  <a:pt x="42329" y="55426"/>
                </a:cubicBezTo>
                <a:lnTo>
                  <a:pt x="42329" y="43692"/>
                </a:lnTo>
                <a:lnTo>
                  <a:pt x="31013" y="43692"/>
                </a:lnTo>
                <a:lnTo>
                  <a:pt x="31013" y="31119"/>
                </a:lnTo>
                <a:lnTo>
                  <a:pt x="55950" y="31119"/>
                </a:lnTo>
                <a:lnTo>
                  <a:pt x="55950" y="62551"/>
                </a:lnTo>
                <a:cubicBezTo>
                  <a:pt x="53575" y="64856"/>
                  <a:pt x="50431" y="66812"/>
                  <a:pt x="46520" y="68419"/>
                </a:cubicBezTo>
                <a:cubicBezTo>
                  <a:pt x="42608" y="70025"/>
                  <a:pt x="38243" y="70828"/>
                  <a:pt x="33423" y="70828"/>
                </a:cubicBezTo>
                <a:cubicBezTo>
                  <a:pt x="28743" y="70828"/>
                  <a:pt x="24360" y="70077"/>
                  <a:pt x="20274" y="68576"/>
                </a:cubicBezTo>
                <a:cubicBezTo>
                  <a:pt x="16187" y="67074"/>
                  <a:pt x="12643" y="64856"/>
                  <a:pt x="9639" y="61922"/>
                </a:cubicBezTo>
                <a:cubicBezTo>
                  <a:pt x="6635" y="58989"/>
                  <a:pt x="4278" y="55339"/>
                  <a:pt x="2567" y="50973"/>
                </a:cubicBezTo>
                <a:cubicBezTo>
                  <a:pt x="855" y="46608"/>
                  <a:pt x="0" y="41561"/>
                  <a:pt x="0" y="35833"/>
                </a:cubicBezTo>
                <a:cubicBezTo>
                  <a:pt x="0" y="30176"/>
                  <a:pt x="873" y="25129"/>
                  <a:pt x="2619" y="20693"/>
                </a:cubicBezTo>
                <a:cubicBezTo>
                  <a:pt x="4365" y="16258"/>
                  <a:pt x="6758" y="12504"/>
                  <a:pt x="9796" y="9430"/>
                </a:cubicBezTo>
                <a:cubicBezTo>
                  <a:pt x="12835" y="6357"/>
                  <a:pt x="16380" y="4017"/>
                  <a:pt x="20431" y="2410"/>
                </a:cubicBezTo>
                <a:cubicBezTo>
                  <a:pt x="24482" y="804"/>
                  <a:pt x="28778" y="0"/>
                  <a:pt x="3331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0" y="6801286"/>
            <a:ext cx="12192000" cy="609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5625" y="6403860"/>
            <a:ext cx="300961" cy="30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 rotWithShape="1">
          <a:blip r:embed="rId4">
            <a:alphaModFix/>
          </a:blip>
          <a:srcRect l="39649" r="41818"/>
          <a:stretch/>
        </p:blipFill>
        <p:spPr>
          <a:xfrm>
            <a:off x="287867" y="534337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otor Drivers Transition">
  <p:cSld name="Motor Drivers Transition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/>
          <p:nvPr/>
        </p:nvSpPr>
        <p:spPr>
          <a:xfrm>
            <a:off x="0" y="6797042"/>
            <a:ext cx="12192000" cy="609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5625" y="6403860"/>
            <a:ext cx="300961" cy="30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 rotWithShape="1">
          <a:blip r:embed="rId4">
            <a:alphaModFix/>
          </a:blip>
          <a:srcRect l="63080" r="18387"/>
          <a:stretch/>
        </p:blipFill>
        <p:spPr>
          <a:xfrm>
            <a:off x="309034" y="534337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/>
          <p:nvPr/>
        </p:nvSpPr>
        <p:spPr>
          <a:xfrm>
            <a:off x="705993" y="644290"/>
            <a:ext cx="1014667" cy="94437"/>
          </a:xfrm>
          <a:custGeom>
            <a:avLst/>
            <a:gdLst/>
            <a:ahLst/>
            <a:cxnLst/>
            <a:rect l="l" t="t" r="r" b="b"/>
            <a:pathLst>
              <a:path w="761000" h="70828" extrusionOk="0">
                <a:moveTo>
                  <a:pt x="386877" y="13726"/>
                </a:moveTo>
                <a:lnTo>
                  <a:pt x="386877" y="57103"/>
                </a:lnTo>
                <a:lnTo>
                  <a:pt x="389810" y="57103"/>
                </a:lnTo>
                <a:cubicBezTo>
                  <a:pt x="392744" y="57103"/>
                  <a:pt x="395398" y="56719"/>
                  <a:pt x="397773" y="55950"/>
                </a:cubicBezTo>
                <a:cubicBezTo>
                  <a:pt x="400148" y="55182"/>
                  <a:pt x="402174" y="53942"/>
                  <a:pt x="403850" y="52231"/>
                </a:cubicBezTo>
                <a:cubicBezTo>
                  <a:pt x="405527" y="50519"/>
                  <a:pt x="406836" y="48267"/>
                  <a:pt x="407779" y="45473"/>
                </a:cubicBezTo>
                <a:cubicBezTo>
                  <a:pt x="408722" y="42679"/>
                  <a:pt x="409194" y="39221"/>
                  <a:pt x="409194" y="35100"/>
                </a:cubicBezTo>
                <a:cubicBezTo>
                  <a:pt x="409194" y="31049"/>
                  <a:pt x="408722" y="27644"/>
                  <a:pt x="407779" y="24884"/>
                </a:cubicBezTo>
                <a:cubicBezTo>
                  <a:pt x="406836" y="22125"/>
                  <a:pt x="405527" y="19925"/>
                  <a:pt x="403850" y="18284"/>
                </a:cubicBezTo>
                <a:cubicBezTo>
                  <a:pt x="402174" y="16642"/>
                  <a:pt x="400148" y="15472"/>
                  <a:pt x="397773" y="14774"/>
                </a:cubicBezTo>
                <a:cubicBezTo>
                  <a:pt x="395398" y="14075"/>
                  <a:pt x="392744" y="13726"/>
                  <a:pt x="389810" y="13726"/>
                </a:cubicBezTo>
                <a:close/>
                <a:moveTo>
                  <a:pt x="663102" y="13516"/>
                </a:moveTo>
                <a:lnTo>
                  <a:pt x="663102" y="32690"/>
                </a:lnTo>
                <a:lnTo>
                  <a:pt x="671065" y="32690"/>
                </a:lnTo>
                <a:cubicBezTo>
                  <a:pt x="675116" y="32690"/>
                  <a:pt x="678207" y="31835"/>
                  <a:pt x="680337" y="30123"/>
                </a:cubicBezTo>
                <a:cubicBezTo>
                  <a:pt x="682468" y="28412"/>
                  <a:pt x="683533" y="25880"/>
                  <a:pt x="683533" y="22527"/>
                </a:cubicBezTo>
                <a:cubicBezTo>
                  <a:pt x="683533" y="19174"/>
                  <a:pt x="682468" y="16834"/>
                  <a:pt x="680337" y="15507"/>
                </a:cubicBezTo>
                <a:cubicBezTo>
                  <a:pt x="678207" y="14180"/>
                  <a:pt x="675116" y="13516"/>
                  <a:pt x="671065" y="13516"/>
                </a:cubicBezTo>
                <a:close/>
                <a:moveTo>
                  <a:pt x="453552" y="13516"/>
                </a:moveTo>
                <a:lnTo>
                  <a:pt x="453552" y="32690"/>
                </a:lnTo>
                <a:lnTo>
                  <a:pt x="461514" y="32690"/>
                </a:lnTo>
                <a:cubicBezTo>
                  <a:pt x="465566" y="32690"/>
                  <a:pt x="468657" y="31835"/>
                  <a:pt x="470787" y="30123"/>
                </a:cubicBezTo>
                <a:cubicBezTo>
                  <a:pt x="472917" y="28412"/>
                  <a:pt x="473983" y="25880"/>
                  <a:pt x="473983" y="22527"/>
                </a:cubicBezTo>
                <a:cubicBezTo>
                  <a:pt x="473983" y="19174"/>
                  <a:pt x="472917" y="16834"/>
                  <a:pt x="470787" y="15507"/>
                </a:cubicBezTo>
                <a:cubicBezTo>
                  <a:pt x="468657" y="14180"/>
                  <a:pt x="465566" y="13516"/>
                  <a:pt x="461514" y="13516"/>
                </a:cubicBezTo>
                <a:close/>
                <a:moveTo>
                  <a:pt x="301152" y="13516"/>
                </a:moveTo>
                <a:lnTo>
                  <a:pt x="301152" y="32690"/>
                </a:lnTo>
                <a:lnTo>
                  <a:pt x="309115" y="32690"/>
                </a:lnTo>
                <a:cubicBezTo>
                  <a:pt x="313166" y="32690"/>
                  <a:pt x="316257" y="31835"/>
                  <a:pt x="318387" y="30123"/>
                </a:cubicBezTo>
                <a:cubicBezTo>
                  <a:pt x="320518" y="28412"/>
                  <a:pt x="321583" y="25880"/>
                  <a:pt x="321583" y="22527"/>
                </a:cubicBezTo>
                <a:cubicBezTo>
                  <a:pt x="321583" y="19174"/>
                  <a:pt x="320518" y="16834"/>
                  <a:pt x="318387" y="15507"/>
                </a:cubicBezTo>
                <a:cubicBezTo>
                  <a:pt x="316257" y="14180"/>
                  <a:pt x="313166" y="13516"/>
                  <a:pt x="309115" y="13516"/>
                </a:cubicBezTo>
                <a:close/>
                <a:moveTo>
                  <a:pt x="237315" y="13307"/>
                </a:moveTo>
                <a:cubicBezTo>
                  <a:pt x="232635" y="13307"/>
                  <a:pt x="228933" y="15228"/>
                  <a:pt x="226209" y="19069"/>
                </a:cubicBezTo>
                <a:cubicBezTo>
                  <a:pt x="223485" y="22911"/>
                  <a:pt x="222123" y="28255"/>
                  <a:pt x="222123" y="35100"/>
                </a:cubicBezTo>
                <a:cubicBezTo>
                  <a:pt x="222123" y="42015"/>
                  <a:pt x="223485" y="47481"/>
                  <a:pt x="226209" y="51497"/>
                </a:cubicBezTo>
                <a:cubicBezTo>
                  <a:pt x="228933" y="55514"/>
                  <a:pt x="232635" y="57522"/>
                  <a:pt x="237315" y="57522"/>
                </a:cubicBezTo>
                <a:cubicBezTo>
                  <a:pt x="241995" y="57522"/>
                  <a:pt x="245697" y="55514"/>
                  <a:pt x="248421" y="51497"/>
                </a:cubicBezTo>
                <a:cubicBezTo>
                  <a:pt x="251145" y="47481"/>
                  <a:pt x="252507" y="42015"/>
                  <a:pt x="252507" y="35100"/>
                </a:cubicBezTo>
                <a:cubicBezTo>
                  <a:pt x="252507" y="28255"/>
                  <a:pt x="251145" y="22911"/>
                  <a:pt x="248421" y="19069"/>
                </a:cubicBezTo>
                <a:cubicBezTo>
                  <a:pt x="245697" y="15228"/>
                  <a:pt x="241995" y="13307"/>
                  <a:pt x="237315" y="13307"/>
                </a:cubicBezTo>
                <a:close/>
                <a:moveTo>
                  <a:pt x="103965" y="13307"/>
                </a:moveTo>
                <a:cubicBezTo>
                  <a:pt x="99285" y="13307"/>
                  <a:pt x="95583" y="15228"/>
                  <a:pt x="92859" y="19069"/>
                </a:cubicBezTo>
                <a:cubicBezTo>
                  <a:pt x="90135" y="22911"/>
                  <a:pt x="88773" y="28255"/>
                  <a:pt x="88773" y="35100"/>
                </a:cubicBezTo>
                <a:cubicBezTo>
                  <a:pt x="88773" y="42015"/>
                  <a:pt x="90135" y="47481"/>
                  <a:pt x="92859" y="51497"/>
                </a:cubicBezTo>
                <a:cubicBezTo>
                  <a:pt x="95583" y="55514"/>
                  <a:pt x="99285" y="57522"/>
                  <a:pt x="103965" y="57522"/>
                </a:cubicBezTo>
                <a:cubicBezTo>
                  <a:pt x="108645" y="57522"/>
                  <a:pt x="112347" y="55514"/>
                  <a:pt x="115071" y="51497"/>
                </a:cubicBezTo>
                <a:cubicBezTo>
                  <a:pt x="117795" y="47481"/>
                  <a:pt x="119157" y="42015"/>
                  <a:pt x="119157" y="35100"/>
                </a:cubicBezTo>
                <a:cubicBezTo>
                  <a:pt x="119157" y="28255"/>
                  <a:pt x="117795" y="22911"/>
                  <a:pt x="115071" y="19069"/>
                </a:cubicBezTo>
                <a:cubicBezTo>
                  <a:pt x="112347" y="15228"/>
                  <a:pt x="108645" y="13307"/>
                  <a:pt x="103965" y="13307"/>
                </a:cubicBezTo>
                <a:close/>
                <a:moveTo>
                  <a:pt x="647700" y="1258"/>
                </a:moveTo>
                <a:lnTo>
                  <a:pt x="672322" y="1258"/>
                </a:lnTo>
                <a:cubicBezTo>
                  <a:pt x="675954" y="1258"/>
                  <a:pt x="679359" y="1607"/>
                  <a:pt x="682537" y="2305"/>
                </a:cubicBezTo>
                <a:cubicBezTo>
                  <a:pt x="685716" y="3004"/>
                  <a:pt x="688492" y="4174"/>
                  <a:pt x="690867" y="5815"/>
                </a:cubicBezTo>
                <a:cubicBezTo>
                  <a:pt x="693242" y="7457"/>
                  <a:pt x="695128" y="9640"/>
                  <a:pt x="696525" y="12364"/>
                </a:cubicBezTo>
                <a:cubicBezTo>
                  <a:pt x="697922" y="15088"/>
                  <a:pt x="698620" y="18476"/>
                  <a:pt x="698620" y="22527"/>
                </a:cubicBezTo>
                <a:cubicBezTo>
                  <a:pt x="698620" y="27556"/>
                  <a:pt x="697520" y="31695"/>
                  <a:pt x="695320" y="34943"/>
                </a:cubicBezTo>
                <a:cubicBezTo>
                  <a:pt x="693120" y="38191"/>
                  <a:pt x="690168" y="40618"/>
                  <a:pt x="686467" y="42225"/>
                </a:cubicBezTo>
                <a:lnTo>
                  <a:pt x="701973" y="69571"/>
                </a:lnTo>
                <a:lnTo>
                  <a:pt x="684685" y="69571"/>
                </a:lnTo>
                <a:lnTo>
                  <a:pt x="671588" y="44949"/>
                </a:lnTo>
                <a:lnTo>
                  <a:pt x="663102" y="44949"/>
                </a:lnTo>
                <a:lnTo>
                  <a:pt x="663102" y="69571"/>
                </a:lnTo>
                <a:lnTo>
                  <a:pt x="647700" y="69571"/>
                </a:lnTo>
                <a:close/>
                <a:moveTo>
                  <a:pt x="590550" y="1258"/>
                </a:moveTo>
                <a:lnTo>
                  <a:pt x="633298" y="1258"/>
                </a:lnTo>
                <a:lnTo>
                  <a:pt x="633298" y="14250"/>
                </a:lnTo>
                <a:lnTo>
                  <a:pt x="605952" y="14250"/>
                </a:lnTo>
                <a:lnTo>
                  <a:pt x="605952" y="27975"/>
                </a:lnTo>
                <a:lnTo>
                  <a:pt x="629212" y="27975"/>
                </a:lnTo>
                <a:lnTo>
                  <a:pt x="629212" y="40863"/>
                </a:lnTo>
                <a:lnTo>
                  <a:pt x="605952" y="40863"/>
                </a:lnTo>
                <a:lnTo>
                  <a:pt x="605952" y="56579"/>
                </a:lnTo>
                <a:lnTo>
                  <a:pt x="634346" y="56579"/>
                </a:lnTo>
                <a:lnTo>
                  <a:pt x="634346" y="69571"/>
                </a:lnTo>
                <a:lnTo>
                  <a:pt x="590550" y="69571"/>
                </a:lnTo>
                <a:close/>
                <a:moveTo>
                  <a:pt x="524599" y="1258"/>
                </a:moveTo>
                <a:lnTo>
                  <a:pt x="540944" y="1258"/>
                </a:lnTo>
                <a:lnTo>
                  <a:pt x="549116" y="33109"/>
                </a:lnTo>
                <a:cubicBezTo>
                  <a:pt x="550164" y="36881"/>
                  <a:pt x="551089" y="40531"/>
                  <a:pt x="551893" y="44058"/>
                </a:cubicBezTo>
                <a:cubicBezTo>
                  <a:pt x="552696" y="47586"/>
                  <a:pt x="553621" y="51235"/>
                  <a:pt x="554669" y="55007"/>
                </a:cubicBezTo>
                <a:lnTo>
                  <a:pt x="555088" y="55007"/>
                </a:lnTo>
                <a:cubicBezTo>
                  <a:pt x="556066" y="51235"/>
                  <a:pt x="556974" y="47586"/>
                  <a:pt x="557812" y="44058"/>
                </a:cubicBezTo>
                <a:cubicBezTo>
                  <a:pt x="558650" y="40531"/>
                  <a:pt x="559559" y="36881"/>
                  <a:pt x="560536" y="33109"/>
                </a:cubicBezTo>
                <a:lnTo>
                  <a:pt x="568604" y="1258"/>
                </a:lnTo>
                <a:lnTo>
                  <a:pt x="584320" y="1258"/>
                </a:lnTo>
                <a:lnTo>
                  <a:pt x="563784" y="69571"/>
                </a:lnTo>
                <a:lnTo>
                  <a:pt x="545239" y="69571"/>
                </a:lnTo>
                <a:close/>
                <a:moveTo>
                  <a:pt x="504825" y="1258"/>
                </a:moveTo>
                <a:lnTo>
                  <a:pt x="520227" y="1258"/>
                </a:lnTo>
                <a:lnTo>
                  <a:pt x="520227" y="69571"/>
                </a:lnTo>
                <a:lnTo>
                  <a:pt x="504825" y="69571"/>
                </a:lnTo>
                <a:close/>
                <a:moveTo>
                  <a:pt x="438150" y="1258"/>
                </a:moveTo>
                <a:lnTo>
                  <a:pt x="462772" y="1258"/>
                </a:lnTo>
                <a:cubicBezTo>
                  <a:pt x="466404" y="1258"/>
                  <a:pt x="469809" y="1607"/>
                  <a:pt x="472987" y="2305"/>
                </a:cubicBezTo>
                <a:cubicBezTo>
                  <a:pt x="476165" y="3004"/>
                  <a:pt x="478942" y="4174"/>
                  <a:pt x="481317" y="5815"/>
                </a:cubicBezTo>
                <a:cubicBezTo>
                  <a:pt x="483692" y="7457"/>
                  <a:pt x="485578" y="9640"/>
                  <a:pt x="486975" y="12364"/>
                </a:cubicBezTo>
                <a:cubicBezTo>
                  <a:pt x="488372" y="15088"/>
                  <a:pt x="489070" y="18476"/>
                  <a:pt x="489070" y="22527"/>
                </a:cubicBezTo>
                <a:cubicBezTo>
                  <a:pt x="489070" y="27556"/>
                  <a:pt x="487970" y="31695"/>
                  <a:pt x="485770" y="34943"/>
                </a:cubicBezTo>
                <a:cubicBezTo>
                  <a:pt x="483570" y="38191"/>
                  <a:pt x="480618" y="40618"/>
                  <a:pt x="476916" y="42225"/>
                </a:cubicBezTo>
                <a:lnTo>
                  <a:pt x="492423" y="69571"/>
                </a:lnTo>
                <a:lnTo>
                  <a:pt x="475135" y="69571"/>
                </a:lnTo>
                <a:lnTo>
                  <a:pt x="462038" y="44949"/>
                </a:lnTo>
                <a:lnTo>
                  <a:pt x="453552" y="44949"/>
                </a:lnTo>
                <a:lnTo>
                  <a:pt x="453552" y="69571"/>
                </a:lnTo>
                <a:lnTo>
                  <a:pt x="438150" y="69571"/>
                </a:lnTo>
                <a:close/>
                <a:moveTo>
                  <a:pt x="371475" y="1258"/>
                </a:moveTo>
                <a:lnTo>
                  <a:pt x="390753" y="1258"/>
                </a:lnTo>
                <a:cubicBezTo>
                  <a:pt x="395992" y="1258"/>
                  <a:pt x="400707" y="1921"/>
                  <a:pt x="404898" y="3248"/>
                </a:cubicBezTo>
                <a:cubicBezTo>
                  <a:pt x="409089" y="4576"/>
                  <a:pt x="412686" y="6619"/>
                  <a:pt x="415690" y="9378"/>
                </a:cubicBezTo>
                <a:cubicBezTo>
                  <a:pt x="418693" y="12137"/>
                  <a:pt x="420998" y="15647"/>
                  <a:pt x="422605" y="19908"/>
                </a:cubicBezTo>
                <a:cubicBezTo>
                  <a:pt x="424211" y="24169"/>
                  <a:pt x="425015" y="29233"/>
                  <a:pt x="425015" y="35100"/>
                </a:cubicBezTo>
                <a:cubicBezTo>
                  <a:pt x="425015" y="40967"/>
                  <a:pt x="424211" y="46067"/>
                  <a:pt x="422605" y="50397"/>
                </a:cubicBezTo>
                <a:cubicBezTo>
                  <a:pt x="420998" y="54728"/>
                  <a:pt x="418728" y="58308"/>
                  <a:pt x="415794" y="61137"/>
                </a:cubicBezTo>
                <a:cubicBezTo>
                  <a:pt x="412861" y="63966"/>
                  <a:pt x="409351" y="66079"/>
                  <a:pt x="405265" y="67476"/>
                </a:cubicBezTo>
                <a:cubicBezTo>
                  <a:pt x="401178" y="68873"/>
                  <a:pt x="396621" y="69571"/>
                  <a:pt x="391591" y="69571"/>
                </a:cubicBezTo>
                <a:lnTo>
                  <a:pt x="371475" y="69571"/>
                </a:lnTo>
                <a:close/>
                <a:moveTo>
                  <a:pt x="285750" y="1258"/>
                </a:moveTo>
                <a:lnTo>
                  <a:pt x="310372" y="1258"/>
                </a:lnTo>
                <a:cubicBezTo>
                  <a:pt x="314004" y="1258"/>
                  <a:pt x="317409" y="1607"/>
                  <a:pt x="320587" y="2305"/>
                </a:cubicBezTo>
                <a:cubicBezTo>
                  <a:pt x="323766" y="3004"/>
                  <a:pt x="326542" y="4174"/>
                  <a:pt x="328917" y="5815"/>
                </a:cubicBezTo>
                <a:cubicBezTo>
                  <a:pt x="331292" y="7457"/>
                  <a:pt x="333178" y="9640"/>
                  <a:pt x="334575" y="12364"/>
                </a:cubicBezTo>
                <a:cubicBezTo>
                  <a:pt x="335972" y="15088"/>
                  <a:pt x="336670" y="18476"/>
                  <a:pt x="336670" y="22527"/>
                </a:cubicBezTo>
                <a:cubicBezTo>
                  <a:pt x="336670" y="27556"/>
                  <a:pt x="335570" y="31695"/>
                  <a:pt x="333370" y="34943"/>
                </a:cubicBezTo>
                <a:cubicBezTo>
                  <a:pt x="331170" y="38191"/>
                  <a:pt x="328218" y="40618"/>
                  <a:pt x="324516" y="42225"/>
                </a:cubicBezTo>
                <a:lnTo>
                  <a:pt x="340023" y="69571"/>
                </a:lnTo>
                <a:lnTo>
                  <a:pt x="322735" y="69571"/>
                </a:lnTo>
                <a:lnTo>
                  <a:pt x="309638" y="44949"/>
                </a:lnTo>
                <a:lnTo>
                  <a:pt x="301152" y="44949"/>
                </a:lnTo>
                <a:lnTo>
                  <a:pt x="301152" y="69571"/>
                </a:lnTo>
                <a:lnTo>
                  <a:pt x="285750" y="69571"/>
                </a:lnTo>
                <a:close/>
                <a:moveTo>
                  <a:pt x="146951" y="1258"/>
                </a:moveTo>
                <a:lnTo>
                  <a:pt x="199968" y="1258"/>
                </a:lnTo>
                <a:lnTo>
                  <a:pt x="199968" y="14250"/>
                </a:lnTo>
                <a:lnTo>
                  <a:pt x="181213" y="14250"/>
                </a:lnTo>
                <a:lnTo>
                  <a:pt x="181213" y="69571"/>
                </a:lnTo>
                <a:lnTo>
                  <a:pt x="165706" y="69571"/>
                </a:lnTo>
                <a:lnTo>
                  <a:pt x="165706" y="14250"/>
                </a:lnTo>
                <a:lnTo>
                  <a:pt x="146951" y="14250"/>
                </a:lnTo>
                <a:close/>
                <a:moveTo>
                  <a:pt x="0" y="1258"/>
                </a:moveTo>
                <a:lnTo>
                  <a:pt x="16868" y="1258"/>
                </a:lnTo>
                <a:lnTo>
                  <a:pt x="27870" y="31642"/>
                </a:lnTo>
                <a:cubicBezTo>
                  <a:pt x="28568" y="33668"/>
                  <a:pt x="29232" y="35746"/>
                  <a:pt x="29861" y="37877"/>
                </a:cubicBezTo>
                <a:cubicBezTo>
                  <a:pt x="30489" y="40007"/>
                  <a:pt x="31153" y="42120"/>
                  <a:pt x="31851" y="44215"/>
                </a:cubicBezTo>
                <a:lnTo>
                  <a:pt x="32270" y="44215"/>
                </a:lnTo>
                <a:cubicBezTo>
                  <a:pt x="32969" y="42120"/>
                  <a:pt x="33615" y="40007"/>
                  <a:pt x="34209" y="37877"/>
                </a:cubicBezTo>
                <a:cubicBezTo>
                  <a:pt x="34802" y="35746"/>
                  <a:pt x="35449" y="33668"/>
                  <a:pt x="36147" y="31642"/>
                </a:cubicBezTo>
                <a:lnTo>
                  <a:pt x="46939" y="1258"/>
                </a:lnTo>
                <a:lnTo>
                  <a:pt x="63703" y="1258"/>
                </a:lnTo>
                <a:lnTo>
                  <a:pt x="63703" y="69571"/>
                </a:lnTo>
                <a:lnTo>
                  <a:pt x="49663" y="69571"/>
                </a:lnTo>
                <a:lnTo>
                  <a:pt x="49663" y="44530"/>
                </a:lnTo>
                <a:cubicBezTo>
                  <a:pt x="49663" y="42853"/>
                  <a:pt x="49733" y="41002"/>
                  <a:pt x="49873" y="38977"/>
                </a:cubicBezTo>
                <a:cubicBezTo>
                  <a:pt x="50012" y="36951"/>
                  <a:pt x="50187" y="34908"/>
                  <a:pt x="50397" y="32847"/>
                </a:cubicBezTo>
                <a:cubicBezTo>
                  <a:pt x="50606" y="30787"/>
                  <a:pt x="50816" y="28761"/>
                  <a:pt x="51025" y="26770"/>
                </a:cubicBezTo>
                <a:cubicBezTo>
                  <a:pt x="51235" y="24780"/>
                  <a:pt x="51444" y="22946"/>
                  <a:pt x="51654" y="21270"/>
                </a:cubicBezTo>
                <a:lnTo>
                  <a:pt x="51235" y="21270"/>
                </a:lnTo>
                <a:lnTo>
                  <a:pt x="45682" y="37510"/>
                </a:lnTo>
                <a:lnTo>
                  <a:pt x="35938" y="63599"/>
                </a:lnTo>
                <a:lnTo>
                  <a:pt x="27451" y="63599"/>
                </a:lnTo>
                <a:lnTo>
                  <a:pt x="17707" y="37510"/>
                </a:lnTo>
                <a:lnTo>
                  <a:pt x="12258" y="21270"/>
                </a:lnTo>
                <a:lnTo>
                  <a:pt x="11839" y="21270"/>
                </a:lnTo>
                <a:cubicBezTo>
                  <a:pt x="12049" y="22946"/>
                  <a:pt x="12258" y="24780"/>
                  <a:pt x="12468" y="26770"/>
                </a:cubicBezTo>
                <a:cubicBezTo>
                  <a:pt x="12677" y="28761"/>
                  <a:pt x="12887" y="30787"/>
                  <a:pt x="13097" y="32847"/>
                </a:cubicBezTo>
                <a:cubicBezTo>
                  <a:pt x="13306" y="34908"/>
                  <a:pt x="13481" y="36951"/>
                  <a:pt x="13620" y="38977"/>
                </a:cubicBezTo>
                <a:cubicBezTo>
                  <a:pt x="13760" y="41002"/>
                  <a:pt x="13830" y="42853"/>
                  <a:pt x="13830" y="44530"/>
                </a:cubicBezTo>
                <a:lnTo>
                  <a:pt x="13830" y="69571"/>
                </a:lnTo>
                <a:lnTo>
                  <a:pt x="0" y="69571"/>
                </a:lnTo>
                <a:close/>
                <a:moveTo>
                  <a:pt x="737006" y="0"/>
                </a:moveTo>
                <a:cubicBezTo>
                  <a:pt x="740988" y="0"/>
                  <a:pt x="744917" y="769"/>
                  <a:pt x="748793" y="2305"/>
                </a:cubicBezTo>
                <a:cubicBezTo>
                  <a:pt x="752670" y="3842"/>
                  <a:pt x="756075" y="6077"/>
                  <a:pt x="759009" y="9011"/>
                </a:cubicBezTo>
                <a:lnTo>
                  <a:pt x="751151" y="18755"/>
                </a:lnTo>
                <a:cubicBezTo>
                  <a:pt x="748916" y="17009"/>
                  <a:pt x="746680" y="15664"/>
                  <a:pt x="744445" y="14721"/>
                </a:cubicBezTo>
                <a:cubicBezTo>
                  <a:pt x="742210" y="13778"/>
                  <a:pt x="739730" y="13307"/>
                  <a:pt x="737006" y="13307"/>
                </a:cubicBezTo>
                <a:cubicBezTo>
                  <a:pt x="734352" y="13307"/>
                  <a:pt x="732239" y="13848"/>
                  <a:pt x="730667" y="14931"/>
                </a:cubicBezTo>
                <a:cubicBezTo>
                  <a:pt x="729096" y="16014"/>
                  <a:pt x="728310" y="17533"/>
                  <a:pt x="728310" y="19489"/>
                </a:cubicBezTo>
                <a:cubicBezTo>
                  <a:pt x="728310" y="20536"/>
                  <a:pt x="728572" y="21427"/>
                  <a:pt x="729096" y="22160"/>
                </a:cubicBezTo>
                <a:cubicBezTo>
                  <a:pt x="729619" y="22894"/>
                  <a:pt x="730353" y="23557"/>
                  <a:pt x="731296" y="24151"/>
                </a:cubicBezTo>
                <a:cubicBezTo>
                  <a:pt x="732239" y="24745"/>
                  <a:pt x="733339" y="25304"/>
                  <a:pt x="734596" y="25827"/>
                </a:cubicBezTo>
                <a:cubicBezTo>
                  <a:pt x="735854" y="26351"/>
                  <a:pt x="737216" y="26928"/>
                  <a:pt x="738683" y="27556"/>
                </a:cubicBezTo>
                <a:lnTo>
                  <a:pt x="747484" y="31119"/>
                </a:lnTo>
                <a:cubicBezTo>
                  <a:pt x="751675" y="32795"/>
                  <a:pt x="754975" y="35100"/>
                  <a:pt x="757385" y="38034"/>
                </a:cubicBezTo>
                <a:cubicBezTo>
                  <a:pt x="759795" y="40967"/>
                  <a:pt x="761000" y="44844"/>
                  <a:pt x="761000" y="49664"/>
                </a:cubicBezTo>
                <a:cubicBezTo>
                  <a:pt x="761000" y="52528"/>
                  <a:pt x="760423" y="55234"/>
                  <a:pt x="759271" y="57784"/>
                </a:cubicBezTo>
                <a:cubicBezTo>
                  <a:pt x="758118" y="60333"/>
                  <a:pt x="756442" y="62569"/>
                  <a:pt x="754242" y="64489"/>
                </a:cubicBezTo>
                <a:cubicBezTo>
                  <a:pt x="752041" y="66410"/>
                  <a:pt x="749335" y="67947"/>
                  <a:pt x="746122" y="69100"/>
                </a:cubicBezTo>
                <a:cubicBezTo>
                  <a:pt x="742908" y="70252"/>
                  <a:pt x="739276" y="70828"/>
                  <a:pt x="735225" y="70828"/>
                </a:cubicBezTo>
                <a:cubicBezTo>
                  <a:pt x="730754" y="70828"/>
                  <a:pt x="726302" y="70008"/>
                  <a:pt x="721866" y="68366"/>
                </a:cubicBezTo>
                <a:cubicBezTo>
                  <a:pt x="717431" y="66725"/>
                  <a:pt x="713467" y="64262"/>
                  <a:pt x="709974" y="60979"/>
                </a:cubicBezTo>
                <a:lnTo>
                  <a:pt x="718775" y="50397"/>
                </a:lnTo>
                <a:cubicBezTo>
                  <a:pt x="721220" y="52493"/>
                  <a:pt x="723927" y="54204"/>
                  <a:pt x="726895" y="55531"/>
                </a:cubicBezTo>
                <a:cubicBezTo>
                  <a:pt x="729864" y="56858"/>
                  <a:pt x="732780" y="57522"/>
                  <a:pt x="735644" y="57522"/>
                </a:cubicBezTo>
                <a:cubicBezTo>
                  <a:pt x="738857" y="57522"/>
                  <a:pt x="741249" y="56928"/>
                  <a:pt x="742821" y="55741"/>
                </a:cubicBezTo>
                <a:cubicBezTo>
                  <a:pt x="744393" y="54553"/>
                  <a:pt x="745179" y="52947"/>
                  <a:pt x="745179" y="50921"/>
                </a:cubicBezTo>
                <a:cubicBezTo>
                  <a:pt x="745179" y="49873"/>
                  <a:pt x="744952" y="48965"/>
                  <a:pt x="744498" y="48197"/>
                </a:cubicBezTo>
                <a:cubicBezTo>
                  <a:pt x="744043" y="47429"/>
                  <a:pt x="743380" y="46748"/>
                  <a:pt x="742507" y="46154"/>
                </a:cubicBezTo>
                <a:cubicBezTo>
                  <a:pt x="741634" y="45560"/>
                  <a:pt x="740586" y="45001"/>
                  <a:pt x="739364" y="44477"/>
                </a:cubicBezTo>
                <a:cubicBezTo>
                  <a:pt x="738141" y="43954"/>
                  <a:pt x="736796" y="43377"/>
                  <a:pt x="735330" y="42749"/>
                </a:cubicBezTo>
                <a:lnTo>
                  <a:pt x="726424" y="38977"/>
                </a:lnTo>
                <a:cubicBezTo>
                  <a:pt x="724678" y="38278"/>
                  <a:pt x="722984" y="37370"/>
                  <a:pt x="721342" y="36253"/>
                </a:cubicBezTo>
                <a:cubicBezTo>
                  <a:pt x="719701" y="35135"/>
                  <a:pt x="718234" y="33825"/>
                  <a:pt x="716942" y="32324"/>
                </a:cubicBezTo>
                <a:cubicBezTo>
                  <a:pt x="715649" y="30822"/>
                  <a:pt x="714619" y="29075"/>
                  <a:pt x="713851" y="27085"/>
                </a:cubicBezTo>
                <a:cubicBezTo>
                  <a:pt x="713082" y="25094"/>
                  <a:pt x="712698" y="22841"/>
                  <a:pt x="712698" y="20327"/>
                </a:cubicBezTo>
                <a:cubicBezTo>
                  <a:pt x="712698" y="17533"/>
                  <a:pt x="713292" y="14896"/>
                  <a:pt x="714479" y="12416"/>
                </a:cubicBezTo>
                <a:cubicBezTo>
                  <a:pt x="715667" y="9937"/>
                  <a:pt x="717343" y="7771"/>
                  <a:pt x="719509" y="5920"/>
                </a:cubicBezTo>
                <a:cubicBezTo>
                  <a:pt x="721674" y="4069"/>
                  <a:pt x="724241" y="2620"/>
                  <a:pt x="727210" y="1572"/>
                </a:cubicBezTo>
                <a:cubicBezTo>
                  <a:pt x="730178" y="524"/>
                  <a:pt x="733444" y="0"/>
                  <a:pt x="737006" y="0"/>
                </a:cubicBezTo>
                <a:close/>
                <a:moveTo>
                  <a:pt x="237315" y="0"/>
                </a:moveTo>
                <a:cubicBezTo>
                  <a:pt x="241925" y="0"/>
                  <a:pt x="246134" y="786"/>
                  <a:pt x="249940" y="2358"/>
                </a:cubicBezTo>
                <a:cubicBezTo>
                  <a:pt x="253747" y="3929"/>
                  <a:pt x="257013" y="6217"/>
                  <a:pt x="259737" y="9221"/>
                </a:cubicBezTo>
                <a:cubicBezTo>
                  <a:pt x="262461" y="12224"/>
                  <a:pt x="264574" y="15909"/>
                  <a:pt x="266076" y="20274"/>
                </a:cubicBezTo>
                <a:cubicBezTo>
                  <a:pt x="267578" y="24640"/>
                  <a:pt x="268328" y="29582"/>
                  <a:pt x="268328" y="35100"/>
                </a:cubicBezTo>
                <a:cubicBezTo>
                  <a:pt x="268328" y="40688"/>
                  <a:pt x="267578" y="45682"/>
                  <a:pt x="266076" y="50083"/>
                </a:cubicBezTo>
                <a:cubicBezTo>
                  <a:pt x="264574" y="54483"/>
                  <a:pt x="262461" y="58220"/>
                  <a:pt x="259737" y="61294"/>
                </a:cubicBezTo>
                <a:cubicBezTo>
                  <a:pt x="257013" y="64367"/>
                  <a:pt x="253747" y="66725"/>
                  <a:pt x="249940" y="68366"/>
                </a:cubicBezTo>
                <a:cubicBezTo>
                  <a:pt x="246134" y="70008"/>
                  <a:pt x="241925" y="70828"/>
                  <a:pt x="237315" y="70828"/>
                </a:cubicBezTo>
                <a:cubicBezTo>
                  <a:pt x="232705" y="70828"/>
                  <a:pt x="228497" y="70008"/>
                  <a:pt x="224690" y="68366"/>
                </a:cubicBezTo>
                <a:cubicBezTo>
                  <a:pt x="220883" y="66725"/>
                  <a:pt x="217617" y="64367"/>
                  <a:pt x="214893" y="61294"/>
                </a:cubicBezTo>
                <a:cubicBezTo>
                  <a:pt x="212169" y="58220"/>
                  <a:pt x="210056" y="54483"/>
                  <a:pt x="208554" y="50083"/>
                </a:cubicBezTo>
                <a:cubicBezTo>
                  <a:pt x="207053" y="45682"/>
                  <a:pt x="206302" y="40688"/>
                  <a:pt x="206302" y="35100"/>
                </a:cubicBezTo>
                <a:cubicBezTo>
                  <a:pt x="206302" y="29512"/>
                  <a:pt x="207053" y="24535"/>
                  <a:pt x="208554" y="20170"/>
                </a:cubicBezTo>
                <a:cubicBezTo>
                  <a:pt x="210056" y="15804"/>
                  <a:pt x="212169" y="12137"/>
                  <a:pt x="214893" y="9168"/>
                </a:cubicBezTo>
                <a:cubicBezTo>
                  <a:pt x="217617" y="6200"/>
                  <a:pt x="220883" y="3929"/>
                  <a:pt x="224690" y="2358"/>
                </a:cubicBezTo>
                <a:cubicBezTo>
                  <a:pt x="228497" y="786"/>
                  <a:pt x="232705" y="0"/>
                  <a:pt x="237315" y="0"/>
                </a:cubicBezTo>
                <a:close/>
                <a:moveTo>
                  <a:pt x="103965" y="0"/>
                </a:moveTo>
                <a:cubicBezTo>
                  <a:pt x="108575" y="0"/>
                  <a:pt x="112784" y="786"/>
                  <a:pt x="116590" y="2358"/>
                </a:cubicBezTo>
                <a:cubicBezTo>
                  <a:pt x="120397" y="3929"/>
                  <a:pt x="123663" y="6217"/>
                  <a:pt x="126387" y="9221"/>
                </a:cubicBezTo>
                <a:cubicBezTo>
                  <a:pt x="129111" y="12224"/>
                  <a:pt x="131224" y="15909"/>
                  <a:pt x="132726" y="20274"/>
                </a:cubicBezTo>
                <a:cubicBezTo>
                  <a:pt x="134228" y="24640"/>
                  <a:pt x="134978" y="29582"/>
                  <a:pt x="134978" y="35100"/>
                </a:cubicBezTo>
                <a:cubicBezTo>
                  <a:pt x="134978" y="40688"/>
                  <a:pt x="134228" y="45682"/>
                  <a:pt x="132726" y="50083"/>
                </a:cubicBezTo>
                <a:cubicBezTo>
                  <a:pt x="131224" y="54483"/>
                  <a:pt x="129111" y="58220"/>
                  <a:pt x="126387" y="61294"/>
                </a:cubicBezTo>
                <a:cubicBezTo>
                  <a:pt x="123663" y="64367"/>
                  <a:pt x="120397" y="66725"/>
                  <a:pt x="116590" y="68366"/>
                </a:cubicBezTo>
                <a:cubicBezTo>
                  <a:pt x="112784" y="70008"/>
                  <a:pt x="108575" y="70828"/>
                  <a:pt x="103965" y="70828"/>
                </a:cubicBezTo>
                <a:cubicBezTo>
                  <a:pt x="99355" y="70828"/>
                  <a:pt x="95147" y="70008"/>
                  <a:pt x="91340" y="68366"/>
                </a:cubicBezTo>
                <a:cubicBezTo>
                  <a:pt x="87533" y="66725"/>
                  <a:pt x="84267" y="64367"/>
                  <a:pt x="81543" y="61294"/>
                </a:cubicBezTo>
                <a:cubicBezTo>
                  <a:pt x="78819" y="58220"/>
                  <a:pt x="76706" y="54483"/>
                  <a:pt x="75204" y="50083"/>
                </a:cubicBezTo>
                <a:cubicBezTo>
                  <a:pt x="73703" y="45682"/>
                  <a:pt x="72952" y="40688"/>
                  <a:pt x="72952" y="35100"/>
                </a:cubicBezTo>
                <a:cubicBezTo>
                  <a:pt x="72952" y="29512"/>
                  <a:pt x="73703" y="24535"/>
                  <a:pt x="75204" y="20170"/>
                </a:cubicBezTo>
                <a:cubicBezTo>
                  <a:pt x="76706" y="15804"/>
                  <a:pt x="78819" y="12137"/>
                  <a:pt x="81543" y="9168"/>
                </a:cubicBezTo>
                <a:cubicBezTo>
                  <a:pt x="84267" y="6200"/>
                  <a:pt x="87533" y="3929"/>
                  <a:pt x="91340" y="2358"/>
                </a:cubicBezTo>
                <a:cubicBezTo>
                  <a:pt x="95147" y="786"/>
                  <a:pt x="99355" y="0"/>
                  <a:pt x="1039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2117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utomotive transition">
  <p:cSld name="automotive transi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8657" y="-2523"/>
            <a:ext cx="6101419" cy="684257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0" y="6801286"/>
            <a:ext cx="12192000" cy="609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 l="84804" r="-3336"/>
          <a:stretch/>
        </p:blipFill>
        <p:spPr>
          <a:xfrm>
            <a:off x="304801" y="534337"/>
            <a:ext cx="368300" cy="2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712334" y="644290"/>
            <a:ext cx="1585063" cy="94437"/>
          </a:xfrm>
          <a:custGeom>
            <a:avLst/>
            <a:gdLst/>
            <a:ahLst/>
            <a:cxnLst/>
            <a:rect l="l" t="t" r="r" b="b"/>
            <a:pathLst>
              <a:path w="1188797" h="70828" extrusionOk="0">
                <a:moveTo>
                  <a:pt x="1027062" y="13307"/>
                </a:moveTo>
                <a:cubicBezTo>
                  <a:pt x="1022382" y="13307"/>
                  <a:pt x="1018680" y="15228"/>
                  <a:pt x="1015956" y="19069"/>
                </a:cubicBezTo>
                <a:cubicBezTo>
                  <a:pt x="1013232" y="22911"/>
                  <a:pt x="1011870" y="28255"/>
                  <a:pt x="1011870" y="35100"/>
                </a:cubicBezTo>
                <a:cubicBezTo>
                  <a:pt x="1011870" y="42015"/>
                  <a:pt x="1013232" y="47481"/>
                  <a:pt x="1015956" y="51497"/>
                </a:cubicBezTo>
                <a:cubicBezTo>
                  <a:pt x="1018680" y="55514"/>
                  <a:pt x="1022382" y="57522"/>
                  <a:pt x="1027062" y="57522"/>
                </a:cubicBezTo>
                <a:cubicBezTo>
                  <a:pt x="1031742" y="57522"/>
                  <a:pt x="1035444" y="55514"/>
                  <a:pt x="1038168" y="51497"/>
                </a:cubicBezTo>
                <a:cubicBezTo>
                  <a:pt x="1040892" y="47481"/>
                  <a:pt x="1042254" y="42015"/>
                  <a:pt x="1042254" y="35100"/>
                </a:cubicBezTo>
                <a:cubicBezTo>
                  <a:pt x="1042254" y="28255"/>
                  <a:pt x="1040892" y="22911"/>
                  <a:pt x="1038168" y="19069"/>
                </a:cubicBezTo>
                <a:cubicBezTo>
                  <a:pt x="1035444" y="15228"/>
                  <a:pt x="1031742" y="13307"/>
                  <a:pt x="1027062" y="13307"/>
                </a:cubicBezTo>
                <a:close/>
                <a:moveTo>
                  <a:pt x="741312" y="13307"/>
                </a:moveTo>
                <a:cubicBezTo>
                  <a:pt x="736632" y="13307"/>
                  <a:pt x="732930" y="15228"/>
                  <a:pt x="730206" y="19069"/>
                </a:cubicBezTo>
                <a:cubicBezTo>
                  <a:pt x="727482" y="22911"/>
                  <a:pt x="726120" y="28255"/>
                  <a:pt x="726120" y="35100"/>
                </a:cubicBezTo>
                <a:cubicBezTo>
                  <a:pt x="726120" y="42015"/>
                  <a:pt x="727482" y="47481"/>
                  <a:pt x="730206" y="51497"/>
                </a:cubicBezTo>
                <a:cubicBezTo>
                  <a:pt x="732930" y="55514"/>
                  <a:pt x="736632" y="57522"/>
                  <a:pt x="741312" y="57522"/>
                </a:cubicBezTo>
                <a:cubicBezTo>
                  <a:pt x="745992" y="57522"/>
                  <a:pt x="749694" y="55514"/>
                  <a:pt x="752418" y="51497"/>
                </a:cubicBezTo>
                <a:cubicBezTo>
                  <a:pt x="755142" y="47481"/>
                  <a:pt x="756505" y="42015"/>
                  <a:pt x="756505" y="35100"/>
                </a:cubicBezTo>
                <a:cubicBezTo>
                  <a:pt x="756505" y="28255"/>
                  <a:pt x="755142" y="22911"/>
                  <a:pt x="752418" y="19069"/>
                </a:cubicBezTo>
                <a:cubicBezTo>
                  <a:pt x="749694" y="15228"/>
                  <a:pt x="745992" y="13307"/>
                  <a:pt x="741312" y="13307"/>
                </a:cubicBezTo>
                <a:close/>
                <a:moveTo>
                  <a:pt x="369837" y="13307"/>
                </a:moveTo>
                <a:cubicBezTo>
                  <a:pt x="365157" y="13307"/>
                  <a:pt x="361455" y="15228"/>
                  <a:pt x="358731" y="19069"/>
                </a:cubicBezTo>
                <a:cubicBezTo>
                  <a:pt x="356007" y="22911"/>
                  <a:pt x="354645" y="28255"/>
                  <a:pt x="354645" y="35100"/>
                </a:cubicBezTo>
                <a:cubicBezTo>
                  <a:pt x="354645" y="42015"/>
                  <a:pt x="356007" y="47481"/>
                  <a:pt x="358731" y="51497"/>
                </a:cubicBezTo>
                <a:cubicBezTo>
                  <a:pt x="361455" y="55514"/>
                  <a:pt x="365157" y="57522"/>
                  <a:pt x="369837" y="57522"/>
                </a:cubicBezTo>
                <a:cubicBezTo>
                  <a:pt x="374517" y="57522"/>
                  <a:pt x="378219" y="55514"/>
                  <a:pt x="380943" y="51497"/>
                </a:cubicBezTo>
                <a:cubicBezTo>
                  <a:pt x="383667" y="47481"/>
                  <a:pt x="385029" y="42015"/>
                  <a:pt x="385029" y="35100"/>
                </a:cubicBezTo>
                <a:cubicBezTo>
                  <a:pt x="385029" y="28255"/>
                  <a:pt x="383667" y="22911"/>
                  <a:pt x="380943" y="19069"/>
                </a:cubicBezTo>
                <a:cubicBezTo>
                  <a:pt x="378219" y="15228"/>
                  <a:pt x="374517" y="13307"/>
                  <a:pt x="369837" y="13307"/>
                </a:cubicBezTo>
                <a:close/>
                <a:moveTo>
                  <a:pt x="217437" y="13307"/>
                </a:moveTo>
                <a:cubicBezTo>
                  <a:pt x="212757" y="13307"/>
                  <a:pt x="209055" y="15228"/>
                  <a:pt x="206331" y="19069"/>
                </a:cubicBezTo>
                <a:cubicBezTo>
                  <a:pt x="203607" y="22911"/>
                  <a:pt x="202245" y="28255"/>
                  <a:pt x="202245" y="35100"/>
                </a:cubicBezTo>
                <a:cubicBezTo>
                  <a:pt x="202245" y="42015"/>
                  <a:pt x="203607" y="47481"/>
                  <a:pt x="206331" y="51497"/>
                </a:cubicBezTo>
                <a:cubicBezTo>
                  <a:pt x="209055" y="55514"/>
                  <a:pt x="212757" y="57522"/>
                  <a:pt x="217437" y="57522"/>
                </a:cubicBezTo>
                <a:cubicBezTo>
                  <a:pt x="222117" y="57522"/>
                  <a:pt x="225819" y="55514"/>
                  <a:pt x="228543" y="51497"/>
                </a:cubicBezTo>
                <a:cubicBezTo>
                  <a:pt x="231267" y="47481"/>
                  <a:pt x="232629" y="42015"/>
                  <a:pt x="232629" y="35100"/>
                </a:cubicBezTo>
                <a:cubicBezTo>
                  <a:pt x="232629" y="28255"/>
                  <a:pt x="231267" y="22911"/>
                  <a:pt x="228543" y="19069"/>
                </a:cubicBezTo>
                <a:cubicBezTo>
                  <a:pt x="225819" y="15228"/>
                  <a:pt x="222117" y="13307"/>
                  <a:pt x="217437" y="13307"/>
                </a:cubicBezTo>
                <a:close/>
                <a:moveTo>
                  <a:pt x="30071" y="12993"/>
                </a:moveTo>
                <a:cubicBezTo>
                  <a:pt x="29233" y="16625"/>
                  <a:pt x="28377" y="20344"/>
                  <a:pt x="27504" y="24151"/>
                </a:cubicBezTo>
                <a:cubicBezTo>
                  <a:pt x="26631" y="27958"/>
                  <a:pt x="25705" y="31573"/>
                  <a:pt x="24727" y="34995"/>
                </a:cubicBezTo>
                <a:lnTo>
                  <a:pt x="23051" y="41282"/>
                </a:lnTo>
                <a:lnTo>
                  <a:pt x="37615" y="41282"/>
                </a:lnTo>
                <a:lnTo>
                  <a:pt x="36043" y="34995"/>
                </a:lnTo>
                <a:cubicBezTo>
                  <a:pt x="35065" y="31573"/>
                  <a:pt x="34122" y="27940"/>
                  <a:pt x="33214" y="24099"/>
                </a:cubicBezTo>
                <a:cubicBezTo>
                  <a:pt x="32306" y="20257"/>
                  <a:pt x="31398" y="16555"/>
                  <a:pt x="30490" y="12993"/>
                </a:cubicBezTo>
                <a:close/>
                <a:moveTo>
                  <a:pt x="1075497" y="1258"/>
                </a:moveTo>
                <a:lnTo>
                  <a:pt x="1091318" y="1258"/>
                </a:lnTo>
                <a:lnTo>
                  <a:pt x="1109129" y="35205"/>
                </a:lnTo>
                <a:lnTo>
                  <a:pt x="1115835" y="50292"/>
                </a:lnTo>
                <a:lnTo>
                  <a:pt x="1116254" y="50292"/>
                </a:lnTo>
                <a:cubicBezTo>
                  <a:pt x="1115905" y="46660"/>
                  <a:pt x="1115503" y="42609"/>
                  <a:pt x="1115049" y="38139"/>
                </a:cubicBezTo>
                <a:cubicBezTo>
                  <a:pt x="1114595" y="33668"/>
                  <a:pt x="1114368" y="29407"/>
                  <a:pt x="1114368" y="25356"/>
                </a:cubicBezTo>
                <a:lnTo>
                  <a:pt x="1114368" y="1258"/>
                </a:lnTo>
                <a:lnTo>
                  <a:pt x="1129037" y="1258"/>
                </a:lnTo>
                <a:lnTo>
                  <a:pt x="1129037" y="69571"/>
                </a:lnTo>
                <a:lnTo>
                  <a:pt x="1113216" y="69571"/>
                </a:lnTo>
                <a:lnTo>
                  <a:pt x="1095404" y="35519"/>
                </a:lnTo>
                <a:lnTo>
                  <a:pt x="1088698" y="20641"/>
                </a:lnTo>
                <a:lnTo>
                  <a:pt x="1088279" y="20641"/>
                </a:lnTo>
                <a:cubicBezTo>
                  <a:pt x="1088628" y="24413"/>
                  <a:pt x="1089030" y="28464"/>
                  <a:pt x="1089484" y="32795"/>
                </a:cubicBezTo>
                <a:cubicBezTo>
                  <a:pt x="1089938" y="37126"/>
                  <a:pt x="1090165" y="41317"/>
                  <a:pt x="1090165" y="45368"/>
                </a:cubicBezTo>
                <a:lnTo>
                  <a:pt x="1090165" y="69571"/>
                </a:lnTo>
                <a:lnTo>
                  <a:pt x="1075497" y="69571"/>
                </a:lnTo>
                <a:close/>
                <a:moveTo>
                  <a:pt x="970722" y="1258"/>
                </a:moveTo>
                <a:lnTo>
                  <a:pt x="986124" y="1258"/>
                </a:lnTo>
                <a:lnTo>
                  <a:pt x="986124" y="69571"/>
                </a:lnTo>
                <a:lnTo>
                  <a:pt x="970722" y="69571"/>
                </a:lnTo>
                <a:close/>
                <a:moveTo>
                  <a:pt x="908124" y="1258"/>
                </a:moveTo>
                <a:lnTo>
                  <a:pt x="961140" y="1258"/>
                </a:lnTo>
                <a:lnTo>
                  <a:pt x="961140" y="14250"/>
                </a:lnTo>
                <a:lnTo>
                  <a:pt x="942385" y="14250"/>
                </a:lnTo>
                <a:lnTo>
                  <a:pt x="942385" y="69571"/>
                </a:lnTo>
                <a:lnTo>
                  <a:pt x="926878" y="69571"/>
                </a:lnTo>
                <a:lnTo>
                  <a:pt x="926878" y="14250"/>
                </a:lnTo>
                <a:lnTo>
                  <a:pt x="908124" y="14250"/>
                </a:lnTo>
                <a:close/>
                <a:moveTo>
                  <a:pt x="846478" y="1258"/>
                </a:moveTo>
                <a:lnTo>
                  <a:pt x="861984" y="1258"/>
                </a:lnTo>
                <a:lnTo>
                  <a:pt x="861984" y="39501"/>
                </a:lnTo>
                <a:cubicBezTo>
                  <a:pt x="861984" y="46206"/>
                  <a:pt x="862997" y="50886"/>
                  <a:pt x="865023" y="53540"/>
                </a:cubicBezTo>
                <a:cubicBezTo>
                  <a:pt x="867048" y="56195"/>
                  <a:pt x="869982" y="57522"/>
                  <a:pt x="873824" y="57522"/>
                </a:cubicBezTo>
                <a:cubicBezTo>
                  <a:pt x="877666" y="57522"/>
                  <a:pt x="880634" y="56195"/>
                  <a:pt x="882730" y="53540"/>
                </a:cubicBezTo>
                <a:cubicBezTo>
                  <a:pt x="884825" y="50886"/>
                  <a:pt x="885873" y="46206"/>
                  <a:pt x="885873" y="39501"/>
                </a:cubicBezTo>
                <a:lnTo>
                  <a:pt x="885873" y="1258"/>
                </a:lnTo>
                <a:lnTo>
                  <a:pt x="900751" y="1258"/>
                </a:lnTo>
                <a:lnTo>
                  <a:pt x="900751" y="37929"/>
                </a:lnTo>
                <a:cubicBezTo>
                  <a:pt x="900751" y="49384"/>
                  <a:pt x="898463" y="57731"/>
                  <a:pt x="893888" y="62970"/>
                </a:cubicBezTo>
                <a:cubicBezTo>
                  <a:pt x="889313" y="68209"/>
                  <a:pt x="882625" y="70828"/>
                  <a:pt x="873824" y="70828"/>
                </a:cubicBezTo>
                <a:cubicBezTo>
                  <a:pt x="864953" y="70828"/>
                  <a:pt x="858178" y="68209"/>
                  <a:pt x="853498" y="62970"/>
                </a:cubicBezTo>
                <a:cubicBezTo>
                  <a:pt x="848818" y="57731"/>
                  <a:pt x="846478" y="49384"/>
                  <a:pt x="846478" y="37929"/>
                </a:cubicBezTo>
                <a:close/>
                <a:moveTo>
                  <a:pt x="789747" y="1258"/>
                </a:moveTo>
                <a:lnTo>
                  <a:pt x="805149" y="1258"/>
                </a:lnTo>
                <a:lnTo>
                  <a:pt x="805149" y="56579"/>
                </a:lnTo>
                <a:lnTo>
                  <a:pt x="832181" y="56579"/>
                </a:lnTo>
                <a:lnTo>
                  <a:pt x="832181" y="69571"/>
                </a:lnTo>
                <a:lnTo>
                  <a:pt x="789747" y="69571"/>
                </a:lnTo>
                <a:close/>
                <a:moveTo>
                  <a:pt x="561147" y="1258"/>
                </a:moveTo>
                <a:lnTo>
                  <a:pt x="603895" y="1258"/>
                </a:lnTo>
                <a:lnTo>
                  <a:pt x="603895" y="14250"/>
                </a:lnTo>
                <a:lnTo>
                  <a:pt x="576549" y="14250"/>
                </a:lnTo>
                <a:lnTo>
                  <a:pt x="576549" y="27975"/>
                </a:lnTo>
                <a:lnTo>
                  <a:pt x="599809" y="27975"/>
                </a:lnTo>
                <a:lnTo>
                  <a:pt x="599809" y="40863"/>
                </a:lnTo>
                <a:lnTo>
                  <a:pt x="576549" y="40863"/>
                </a:lnTo>
                <a:lnTo>
                  <a:pt x="576549" y="56579"/>
                </a:lnTo>
                <a:lnTo>
                  <a:pt x="604943" y="56579"/>
                </a:lnTo>
                <a:lnTo>
                  <a:pt x="604943" y="69571"/>
                </a:lnTo>
                <a:lnTo>
                  <a:pt x="561147" y="69571"/>
                </a:lnTo>
                <a:close/>
                <a:moveTo>
                  <a:pt x="495196" y="1258"/>
                </a:moveTo>
                <a:lnTo>
                  <a:pt x="511540" y="1258"/>
                </a:lnTo>
                <a:lnTo>
                  <a:pt x="519713" y="33109"/>
                </a:lnTo>
                <a:cubicBezTo>
                  <a:pt x="520761" y="36881"/>
                  <a:pt x="521686" y="40531"/>
                  <a:pt x="522490" y="44058"/>
                </a:cubicBezTo>
                <a:cubicBezTo>
                  <a:pt x="523293" y="47586"/>
                  <a:pt x="524218" y="51235"/>
                  <a:pt x="525266" y="55007"/>
                </a:cubicBezTo>
                <a:lnTo>
                  <a:pt x="525685" y="55007"/>
                </a:lnTo>
                <a:cubicBezTo>
                  <a:pt x="526663" y="51235"/>
                  <a:pt x="527571" y="47586"/>
                  <a:pt x="528409" y="44058"/>
                </a:cubicBezTo>
                <a:cubicBezTo>
                  <a:pt x="529248" y="40531"/>
                  <a:pt x="530156" y="36881"/>
                  <a:pt x="531133" y="33109"/>
                </a:cubicBezTo>
                <a:lnTo>
                  <a:pt x="539201" y="1258"/>
                </a:lnTo>
                <a:lnTo>
                  <a:pt x="554917" y="1258"/>
                </a:lnTo>
                <a:lnTo>
                  <a:pt x="534381" y="69571"/>
                </a:lnTo>
                <a:lnTo>
                  <a:pt x="515836" y="69571"/>
                </a:lnTo>
                <a:close/>
                <a:moveTo>
                  <a:pt x="475422" y="1258"/>
                </a:moveTo>
                <a:lnTo>
                  <a:pt x="490824" y="1258"/>
                </a:lnTo>
                <a:lnTo>
                  <a:pt x="490824" y="69571"/>
                </a:lnTo>
                <a:lnTo>
                  <a:pt x="475422" y="69571"/>
                </a:lnTo>
                <a:close/>
                <a:moveTo>
                  <a:pt x="412823" y="1258"/>
                </a:moveTo>
                <a:lnTo>
                  <a:pt x="465840" y="1258"/>
                </a:lnTo>
                <a:lnTo>
                  <a:pt x="465840" y="14250"/>
                </a:lnTo>
                <a:lnTo>
                  <a:pt x="447085" y="14250"/>
                </a:lnTo>
                <a:lnTo>
                  <a:pt x="447085" y="69571"/>
                </a:lnTo>
                <a:lnTo>
                  <a:pt x="431578" y="69571"/>
                </a:lnTo>
                <a:lnTo>
                  <a:pt x="431578" y="14250"/>
                </a:lnTo>
                <a:lnTo>
                  <a:pt x="412823" y="14250"/>
                </a:lnTo>
                <a:close/>
                <a:moveTo>
                  <a:pt x="265872" y="1258"/>
                </a:moveTo>
                <a:lnTo>
                  <a:pt x="282741" y="1258"/>
                </a:lnTo>
                <a:lnTo>
                  <a:pt x="293742" y="31642"/>
                </a:lnTo>
                <a:cubicBezTo>
                  <a:pt x="294440" y="33668"/>
                  <a:pt x="295104" y="35746"/>
                  <a:pt x="295733" y="37877"/>
                </a:cubicBezTo>
                <a:cubicBezTo>
                  <a:pt x="296361" y="40007"/>
                  <a:pt x="297025" y="42120"/>
                  <a:pt x="297723" y="44215"/>
                </a:cubicBezTo>
                <a:lnTo>
                  <a:pt x="298142" y="44215"/>
                </a:lnTo>
                <a:cubicBezTo>
                  <a:pt x="298841" y="42120"/>
                  <a:pt x="299487" y="40007"/>
                  <a:pt x="300081" y="37877"/>
                </a:cubicBezTo>
                <a:cubicBezTo>
                  <a:pt x="300674" y="35746"/>
                  <a:pt x="301321" y="33668"/>
                  <a:pt x="302019" y="31642"/>
                </a:cubicBezTo>
                <a:lnTo>
                  <a:pt x="312811" y="1258"/>
                </a:lnTo>
                <a:lnTo>
                  <a:pt x="329575" y="1258"/>
                </a:lnTo>
                <a:lnTo>
                  <a:pt x="329575" y="69571"/>
                </a:lnTo>
                <a:lnTo>
                  <a:pt x="315535" y="69571"/>
                </a:lnTo>
                <a:lnTo>
                  <a:pt x="315535" y="44530"/>
                </a:lnTo>
                <a:cubicBezTo>
                  <a:pt x="315535" y="42853"/>
                  <a:pt x="315605" y="41002"/>
                  <a:pt x="315745" y="38977"/>
                </a:cubicBezTo>
                <a:cubicBezTo>
                  <a:pt x="315884" y="36951"/>
                  <a:pt x="316059" y="34908"/>
                  <a:pt x="316269" y="32847"/>
                </a:cubicBezTo>
                <a:cubicBezTo>
                  <a:pt x="316478" y="30787"/>
                  <a:pt x="316688" y="28761"/>
                  <a:pt x="316897" y="26770"/>
                </a:cubicBezTo>
                <a:cubicBezTo>
                  <a:pt x="317107" y="24780"/>
                  <a:pt x="317316" y="22946"/>
                  <a:pt x="317526" y="21270"/>
                </a:cubicBezTo>
                <a:lnTo>
                  <a:pt x="317107" y="21270"/>
                </a:lnTo>
                <a:lnTo>
                  <a:pt x="311554" y="37510"/>
                </a:lnTo>
                <a:lnTo>
                  <a:pt x="301810" y="63599"/>
                </a:lnTo>
                <a:lnTo>
                  <a:pt x="293323" y="63599"/>
                </a:lnTo>
                <a:lnTo>
                  <a:pt x="283579" y="37510"/>
                </a:lnTo>
                <a:lnTo>
                  <a:pt x="278130" y="21270"/>
                </a:lnTo>
                <a:lnTo>
                  <a:pt x="277711" y="21270"/>
                </a:lnTo>
                <a:cubicBezTo>
                  <a:pt x="277921" y="22946"/>
                  <a:pt x="278130" y="24780"/>
                  <a:pt x="278340" y="26770"/>
                </a:cubicBezTo>
                <a:cubicBezTo>
                  <a:pt x="278549" y="28761"/>
                  <a:pt x="278759" y="30787"/>
                  <a:pt x="278969" y="32847"/>
                </a:cubicBezTo>
                <a:cubicBezTo>
                  <a:pt x="279178" y="34908"/>
                  <a:pt x="279353" y="36951"/>
                  <a:pt x="279492" y="38977"/>
                </a:cubicBezTo>
                <a:cubicBezTo>
                  <a:pt x="279632" y="41002"/>
                  <a:pt x="279702" y="42853"/>
                  <a:pt x="279702" y="44530"/>
                </a:cubicBezTo>
                <a:lnTo>
                  <a:pt x="279702" y="69571"/>
                </a:lnTo>
                <a:lnTo>
                  <a:pt x="265872" y="69571"/>
                </a:lnTo>
                <a:close/>
                <a:moveTo>
                  <a:pt x="127073" y="1258"/>
                </a:moveTo>
                <a:lnTo>
                  <a:pt x="180090" y="1258"/>
                </a:lnTo>
                <a:lnTo>
                  <a:pt x="180090" y="14250"/>
                </a:lnTo>
                <a:lnTo>
                  <a:pt x="161335" y="14250"/>
                </a:lnTo>
                <a:lnTo>
                  <a:pt x="161335" y="69571"/>
                </a:lnTo>
                <a:lnTo>
                  <a:pt x="145828" y="69571"/>
                </a:lnTo>
                <a:lnTo>
                  <a:pt x="145828" y="14250"/>
                </a:lnTo>
                <a:lnTo>
                  <a:pt x="127073" y="14250"/>
                </a:lnTo>
                <a:close/>
                <a:moveTo>
                  <a:pt x="65428" y="1258"/>
                </a:moveTo>
                <a:lnTo>
                  <a:pt x="80934" y="1258"/>
                </a:lnTo>
                <a:lnTo>
                  <a:pt x="80934" y="39501"/>
                </a:lnTo>
                <a:cubicBezTo>
                  <a:pt x="80934" y="46206"/>
                  <a:pt x="81947" y="50886"/>
                  <a:pt x="83973" y="53540"/>
                </a:cubicBezTo>
                <a:cubicBezTo>
                  <a:pt x="85998" y="56195"/>
                  <a:pt x="88932" y="57522"/>
                  <a:pt x="92774" y="57522"/>
                </a:cubicBezTo>
                <a:cubicBezTo>
                  <a:pt x="96616" y="57522"/>
                  <a:pt x="99584" y="56195"/>
                  <a:pt x="101680" y="53540"/>
                </a:cubicBezTo>
                <a:cubicBezTo>
                  <a:pt x="103775" y="50886"/>
                  <a:pt x="104823" y="46206"/>
                  <a:pt x="104823" y="39501"/>
                </a:cubicBezTo>
                <a:lnTo>
                  <a:pt x="104823" y="1258"/>
                </a:lnTo>
                <a:lnTo>
                  <a:pt x="119701" y="1258"/>
                </a:lnTo>
                <a:lnTo>
                  <a:pt x="119701" y="37929"/>
                </a:lnTo>
                <a:cubicBezTo>
                  <a:pt x="119701" y="49384"/>
                  <a:pt x="117413" y="57731"/>
                  <a:pt x="112838" y="62970"/>
                </a:cubicBezTo>
                <a:cubicBezTo>
                  <a:pt x="108263" y="68209"/>
                  <a:pt x="101575" y="70828"/>
                  <a:pt x="92774" y="70828"/>
                </a:cubicBezTo>
                <a:cubicBezTo>
                  <a:pt x="83903" y="70828"/>
                  <a:pt x="77127" y="68209"/>
                  <a:pt x="72448" y="62970"/>
                </a:cubicBezTo>
                <a:cubicBezTo>
                  <a:pt x="67768" y="57731"/>
                  <a:pt x="65428" y="49384"/>
                  <a:pt x="65428" y="37929"/>
                </a:cubicBezTo>
                <a:close/>
                <a:moveTo>
                  <a:pt x="21375" y="1258"/>
                </a:moveTo>
                <a:lnTo>
                  <a:pt x="39920" y="1258"/>
                </a:lnTo>
                <a:lnTo>
                  <a:pt x="61294" y="69571"/>
                </a:lnTo>
                <a:lnTo>
                  <a:pt x="44949" y="69571"/>
                </a:lnTo>
                <a:lnTo>
                  <a:pt x="40758" y="53331"/>
                </a:lnTo>
                <a:lnTo>
                  <a:pt x="19908" y="53331"/>
                </a:lnTo>
                <a:lnTo>
                  <a:pt x="15717" y="69571"/>
                </a:lnTo>
                <a:lnTo>
                  <a:pt x="0" y="69571"/>
                </a:lnTo>
                <a:close/>
                <a:moveTo>
                  <a:pt x="1164803" y="0"/>
                </a:moveTo>
                <a:cubicBezTo>
                  <a:pt x="1168785" y="0"/>
                  <a:pt x="1172714" y="769"/>
                  <a:pt x="1176590" y="2305"/>
                </a:cubicBezTo>
                <a:cubicBezTo>
                  <a:pt x="1180467" y="3842"/>
                  <a:pt x="1183872" y="6077"/>
                  <a:pt x="1186806" y="9011"/>
                </a:cubicBezTo>
                <a:lnTo>
                  <a:pt x="1178948" y="18755"/>
                </a:lnTo>
                <a:cubicBezTo>
                  <a:pt x="1176712" y="17009"/>
                  <a:pt x="1174477" y="15664"/>
                  <a:pt x="1172242" y="14721"/>
                </a:cubicBezTo>
                <a:cubicBezTo>
                  <a:pt x="1170007" y="13778"/>
                  <a:pt x="1167527" y="13307"/>
                  <a:pt x="1164803" y="13307"/>
                </a:cubicBezTo>
                <a:cubicBezTo>
                  <a:pt x="1162149" y="13307"/>
                  <a:pt x="1160036" y="13848"/>
                  <a:pt x="1158464" y="14931"/>
                </a:cubicBezTo>
                <a:cubicBezTo>
                  <a:pt x="1156893" y="16014"/>
                  <a:pt x="1156107" y="17533"/>
                  <a:pt x="1156107" y="19489"/>
                </a:cubicBezTo>
                <a:cubicBezTo>
                  <a:pt x="1156107" y="20536"/>
                  <a:pt x="1156369" y="21427"/>
                  <a:pt x="1156893" y="22160"/>
                </a:cubicBezTo>
                <a:cubicBezTo>
                  <a:pt x="1157417" y="22894"/>
                  <a:pt x="1158150" y="23557"/>
                  <a:pt x="1159093" y="24151"/>
                </a:cubicBezTo>
                <a:cubicBezTo>
                  <a:pt x="1160036" y="24745"/>
                  <a:pt x="1161136" y="25304"/>
                  <a:pt x="1162393" y="25827"/>
                </a:cubicBezTo>
                <a:cubicBezTo>
                  <a:pt x="1163651" y="26351"/>
                  <a:pt x="1165013" y="26928"/>
                  <a:pt x="1166479" y="27556"/>
                </a:cubicBezTo>
                <a:lnTo>
                  <a:pt x="1175281" y="31119"/>
                </a:lnTo>
                <a:cubicBezTo>
                  <a:pt x="1179472" y="32795"/>
                  <a:pt x="1182772" y="35100"/>
                  <a:pt x="1185182" y="38034"/>
                </a:cubicBezTo>
                <a:cubicBezTo>
                  <a:pt x="1187592" y="40967"/>
                  <a:pt x="1188797" y="44844"/>
                  <a:pt x="1188797" y="49664"/>
                </a:cubicBezTo>
                <a:cubicBezTo>
                  <a:pt x="1188797" y="52528"/>
                  <a:pt x="1188220" y="55234"/>
                  <a:pt x="1187068" y="57784"/>
                </a:cubicBezTo>
                <a:cubicBezTo>
                  <a:pt x="1185915" y="60333"/>
                  <a:pt x="1184239" y="62569"/>
                  <a:pt x="1182039" y="64489"/>
                </a:cubicBezTo>
                <a:cubicBezTo>
                  <a:pt x="1179838" y="66410"/>
                  <a:pt x="1177132" y="67947"/>
                  <a:pt x="1173919" y="69100"/>
                </a:cubicBezTo>
                <a:cubicBezTo>
                  <a:pt x="1170705" y="70252"/>
                  <a:pt x="1167073" y="70828"/>
                  <a:pt x="1163022" y="70828"/>
                </a:cubicBezTo>
                <a:cubicBezTo>
                  <a:pt x="1158551" y="70828"/>
                  <a:pt x="1154099" y="70008"/>
                  <a:pt x="1149663" y="68366"/>
                </a:cubicBezTo>
                <a:cubicBezTo>
                  <a:pt x="1145228" y="66725"/>
                  <a:pt x="1141264" y="64262"/>
                  <a:pt x="1137771" y="60979"/>
                </a:cubicBezTo>
                <a:lnTo>
                  <a:pt x="1146572" y="50397"/>
                </a:lnTo>
                <a:cubicBezTo>
                  <a:pt x="1149017" y="52493"/>
                  <a:pt x="1151724" y="54204"/>
                  <a:pt x="1154692" y="55531"/>
                </a:cubicBezTo>
                <a:cubicBezTo>
                  <a:pt x="1157661" y="56858"/>
                  <a:pt x="1160577" y="57522"/>
                  <a:pt x="1163441" y="57522"/>
                </a:cubicBezTo>
                <a:cubicBezTo>
                  <a:pt x="1166654" y="57522"/>
                  <a:pt x="1169046" y="56928"/>
                  <a:pt x="1170618" y="55741"/>
                </a:cubicBezTo>
                <a:cubicBezTo>
                  <a:pt x="1172190" y="54553"/>
                  <a:pt x="1172976" y="52947"/>
                  <a:pt x="1172976" y="50921"/>
                </a:cubicBezTo>
                <a:cubicBezTo>
                  <a:pt x="1172976" y="49873"/>
                  <a:pt x="1172749" y="48965"/>
                  <a:pt x="1172295" y="48197"/>
                </a:cubicBezTo>
                <a:cubicBezTo>
                  <a:pt x="1171840" y="47429"/>
                  <a:pt x="1171177" y="46748"/>
                  <a:pt x="1170304" y="46154"/>
                </a:cubicBezTo>
                <a:cubicBezTo>
                  <a:pt x="1169431" y="45560"/>
                  <a:pt x="1168383" y="45001"/>
                  <a:pt x="1167161" y="44477"/>
                </a:cubicBezTo>
                <a:cubicBezTo>
                  <a:pt x="1165938" y="43954"/>
                  <a:pt x="1164594" y="43377"/>
                  <a:pt x="1163127" y="42749"/>
                </a:cubicBezTo>
                <a:lnTo>
                  <a:pt x="1154221" y="38977"/>
                </a:lnTo>
                <a:cubicBezTo>
                  <a:pt x="1152475" y="38278"/>
                  <a:pt x="1150781" y="37370"/>
                  <a:pt x="1149139" y="36253"/>
                </a:cubicBezTo>
                <a:cubicBezTo>
                  <a:pt x="1147498" y="35135"/>
                  <a:pt x="1146031" y="33825"/>
                  <a:pt x="1144739" y="32324"/>
                </a:cubicBezTo>
                <a:cubicBezTo>
                  <a:pt x="1143446" y="30822"/>
                  <a:pt x="1142416" y="29075"/>
                  <a:pt x="1141648" y="27085"/>
                </a:cubicBezTo>
                <a:cubicBezTo>
                  <a:pt x="1140879" y="25094"/>
                  <a:pt x="1140495" y="22841"/>
                  <a:pt x="1140495" y="20327"/>
                </a:cubicBezTo>
                <a:cubicBezTo>
                  <a:pt x="1140495" y="17533"/>
                  <a:pt x="1141089" y="14896"/>
                  <a:pt x="1142276" y="12416"/>
                </a:cubicBezTo>
                <a:cubicBezTo>
                  <a:pt x="1143464" y="9937"/>
                  <a:pt x="1145140" y="7771"/>
                  <a:pt x="1147306" y="5920"/>
                </a:cubicBezTo>
                <a:cubicBezTo>
                  <a:pt x="1149471" y="4069"/>
                  <a:pt x="1152038" y="2620"/>
                  <a:pt x="1155007" y="1572"/>
                </a:cubicBezTo>
                <a:cubicBezTo>
                  <a:pt x="1157975" y="524"/>
                  <a:pt x="1161241" y="0"/>
                  <a:pt x="1164803" y="0"/>
                </a:cubicBezTo>
                <a:close/>
                <a:moveTo>
                  <a:pt x="1027062" y="0"/>
                </a:moveTo>
                <a:cubicBezTo>
                  <a:pt x="1031672" y="0"/>
                  <a:pt x="1035881" y="786"/>
                  <a:pt x="1039688" y="2358"/>
                </a:cubicBezTo>
                <a:cubicBezTo>
                  <a:pt x="1043494" y="3929"/>
                  <a:pt x="1046760" y="6217"/>
                  <a:pt x="1049484" y="9221"/>
                </a:cubicBezTo>
                <a:cubicBezTo>
                  <a:pt x="1052208" y="12224"/>
                  <a:pt x="1054321" y="15909"/>
                  <a:pt x="1055823" y="20274"/>
                </a:cubicBezTo>
                <a:cubicBezTo>
                  <a:pt x="1057325" y="24640"/>
                  <a:pt x="1058076" y="29582"/>
                  <a:pt x="1058076" y="35100"/>
                </a:cubicBezTo>
                <a:cubicBezTo>
                  <a:pt x="1058076" y="40688"/>
                  <a:pt x="1057325" y="45682"/>
                  <a:pt x="1055823" y="50083"/>
                </a:cubicBezTo>
                <a:cubicBezTo>
                  <a:pt x="1054321" y="54483"/>
                  <a:pt x="1052208" y="58220"/>
                  <a:pt x="1049484" y="61294"/>
                </a:cubicBezTo>
                <a:cubicBezTo>
                  <a:pt x="1046760" y="64367"/>
                  <a:pt x="1043494" y="66725"/>
                  <a:pt x="1039688" y="68366"/>
                </a:cubicBezTo>
                <a:cubicBezTo>
                  <a:pt x="1035881" y="70008"/>
                  <a:pt x="1031672" y="70828"/>
                  <a:pt x="1027062" y="70828"/>
                </a:cubicBezTo>
                <a:cubicBezTo>
                  <a:pt x="1022452" y="70828"/>
                  <a:pt x="1018244" y="70008"/>
                  <a:pt x="1014437" y="68366"/>
                </a:cubicBezTo>
                <a:cubicBezTo>
                  <a:pt x="1010630" y="66725"/>
                  <a:pt x="1007364" y="64367"/>
                  <a:pt x="1004640" y="61294"/>
                </a:cubicBezTo>
                <a:cubicBezTo>
                  <a:pt x="1001916" y="58220"/>
                  <a:pt x="999803" y="54483"/>
                  <a:pt x="998301" y="50083"/>
                </a:cubicBezTo>
                <a:cubicBezTo>
                  <a:pt x="996800" y="45682"/>
                  <a:pt x="996049" y="40688"/>
                  <a:pt x="996049" y="35100"/>
                </a:cubicBezTo>
                <a:cubicBezTo>
                  <a:pt x="996049" y="29512"/>
                  <a:pt x="996800" y="24535"/>
                  <a:pt x="998301" y="20170"/>
                </a:cubicBezTo>
                <a:cubicBezTo>
                  <a:pt x="999803" y="15804"/>
                  <a:pt x="1001916" y="12137"/>
                  <a:pt x="1004640" y="9168"/>
                </a:cubicBezTo>
                <a:cubicBezTo>
                  <a:pt x="1007364" y="6200"/>
                  <a:pt x="1010630" y="3929"/>
                  <a:pt x="1014437" y="2358"/>
                </a:cubicBezTo>
                <a:cubicBezTo>
                  <a:pt x="1018244" y="786"/>
                  <a:pt x="1022452" y="0"/>
                  <a:pt x="1027062" y="0"/>
                </a:cubicBezTo>
                <a:close/>
                <a:moveTo>
                  <a:pt x="741312" y="0"/>
                </a:moveTo>
                <a:cubicBezTo>
                  <a:pt x="745922" y="0"/>
                  <a:pt x="750131" y="786"/>
                  <a:pt x="753938" y="2358"/>
                </a:cubicBezTo>
                <a:cubicBezTo>
                  <a:pt x="757744" y="3929"/>
                  <a:pt x="761010" y="6217"/>
                  <a:pt x="763734" y="9221"/>
                </a:cubicBezTo>
                <a:cubicBezTo>
                  <a:pt x="766458" y="12224"/>
                  <a:pt x="768571" y="15909"/>
                  <a:pt x="770073" y="20274"/>
                </a:cubicBezTo>
                <a:cubicBezTo>
                  <a:pt x="771575" y="24640"/>
                  <a:pt x="772326" y="29582"/>
                  <a:pt x="772326" y="35100"/>
                </a:cubicBezTo>
                <a:cubicBezTo>
                  <a:pt x="772326" y="40688"/>
                  <a:pt x="771575" y="45682"/>
                  <a:pt x="770073" y="50083"/>
                </a:cubicBezTo>
                <a:cubicBezTo>
                  <a:pt x="768571" y="54483"/>
                  <a:pt x="766458" y="58220"/>
                  <a:pt x="763734" y="61294"/>
                </a:cubicBezTo>
                <a:cubicBezTo>
                  <a:pt x="761010" y="64367"/>
                  <a:pt x="757744" y="66725"/>
                  <a:pt x="753938" y="68366"/>
                </a:cubicBezTo>
                <a:cubicBezTo>
                  <a:pt x="750131" y="70008"/>
                  <a:pt x="745922" y="70828"/>
                  <a:pt x="741312" y="70828"/>
                </a:cubicBezTo>
                <a:cubicBezTo>
                  <a:pt x="736702" y="70828"/>
                  <a:pt x="732494" y="70008"/>
                  <a:pt x="728687" y="68366"/>
                </a:cubicBezTo>
                <a:cubicBezTo>
                  <a:pt x="724880" y="66725"/>
                  <a:pt x="721614" y="64367"/>
                  <a:pt x="718890" y="61294"/>
                </a:cubicBezTo>
                <a:cubicBezTo>
                  <a:pt x="716166" y="58220"/>
                  <a:pt x="714053" y="54483"/>
                  <a:pt x="712551" y="50083"/>
                </a:cubicBezTo>
                <a:cubicBezTo>
                  <a:pt x="711050" y="45682"/>
                  <a:pt x="710299" y="40688"/>
                  <a:pt x="710299" y="35100"/>
                </a:cubicBezTo>
                <a:cubicBezTo>
                  <a:pt x="710299" y="29512"/>
                  <a:pt x="711050" y="24535"/>
                  <a:pt x="712551" y="20170"/>
                </a:cubicBezTo>
                <a:cubicBezTo>
                  <a:pt x="714053" y="15804"/>
                  <a:pt x="716166" y="12137"/>
                  <a:pt x="718890" y="9168"/>
                </a:cubicBezTo>
                <a:cubicBezTo>
                  <a:pt x="721614" y="6200"/>
                  <a:pt x="724880" y="3929"/>
                  <a:pt x="728687" y="2358"/>
                </a:cubicBezTo>
                <a:cubicBezTo>
                  <a:pt x="732494" y="786"/>
                  <a:pt x="736702" y="0"/>
                  <a:pt x="741312" y="0"/>
                </a:cubicBezTo>
                <a:close/>
                <a:moveTo>
                  <a:pt x="679028" y="0"/>
                </a:moveTo>
                <a:cubicBezTo>
                  <a:pt x="683010" y="0"/>
                  <a:pt x="686939" y="769"/>
                  <a:pt x="690815" y="2305"/>
                </a:cubicBezTo>
                <a:cubicBezTo>
                  <a:pt x="694692" y="3842"/>
                  <a:pt x="698097" y="6077"/>
                  <a:pt x="701031" y="9011"/>
                </a:cubicBezTo>
                <a:lnTo>
                  <a:pt x="693173" y="18755"/>
                </a:lnTo>
                <a:cubicBezTo>
                  <a:pt x="690938" y="17009"/>
                  <a:pt x="688702" y="15664"/>
                  <a:pt x="686467" y="14721"/>
                </a:cubicBezTo>
                <a:cubicBezTo>
                  <a:pt x="684232" y="13778"/>
                  <a:pt x="681752" y="13307"/>
                  <a:pt x="679028" y="13307"/>
                </a:cubicBezTo>
                <a:cubicBezTo>
                  <a:pt x="676374" y="13307"/>
                  <a:pt x="674261" y="13848"/>
                  <a:pt x="672689" y="14931"/>
                </a:cubicBezTo>
                <a:cubicBezTo>
                  <a:pt x="671118" y="16014"/>
                  <a:pt x="670332" y="17533"/>
                  <a:pt x="670332" y="19489"/>
                </a:cubicBezTo>
                <a:cubicBezTo>
                  <a:pt x="670332" y="20536"/>
                  <a:pt x="670594" y="21427"/>
                  <a:pt x="671118" y="22160"/>
                </a:cubicBezTo>
                <a:cubicBezTo>
                  <a:pt x="671642" y="22894"/>
                  <a:pt x="672375" y="23557"/>
                  <a:pt x="673318" y="24151"/>
                </a:cubicBezTo>
                <a:cubicBezTo>
                  <a:pt x="674261" y="24745"/>
                  <a:pt x="675361" y="25304"/>
                  <a:pt x="676618" y="25827"/>
                </a:cubicBezTo>
                <a:cubicBezTo>
                  <a:pt x="677876" y="26351"/>
                  <a:pt x="679238" y="26928"/>
                  <a:pt x="680705" y="27556"/>
                </a:cubicBezTo>
                <a:lnTo>
                  <a:pt x="689506" y="31119"/>
                </a:lnTo>
                <a:cubicBezTo>
                  <a:pt x="693697" y="32795"/>
                  <a:pt x="696997" y="35100"/>
                  <a:pt x="699407" y="38034"/>
                </a:cubicBezTo>
                <a:cubicBezTo>
                  <a:pt x="701817" y="40967"/>
                  <a:pt x="703022" y="44844"/>
                  <a:pt x="703022" y="49664"/>
                </a:cubicBezTo>
                <a:cubicBezTo>
                  <a:pt x="703022" y="52528"/>
                  <a:pt x="702445" y="55234"/>
                  <a:pt x="701293" y="57784"/>
                </a:cubicBezTo>
                <a:cubicBezTo>
                  <a:pt x="700140" y="60333"/>
                  <a:pt x="698464" y="62569"/>
                  <a:pt x="696264" y="64489"/>
                </a:cubicBezTo>
                <a:cubicBezTo>
                  <a:pt x="694063" y="66410"/>
                  <a:pt x="691357" y="67947"/>
                  <a:pt x="688144" y="69100"/>
                </a:cubicBezTo>
                <a:cubicBezTo>
                  <a:pt x="684930" y="70252"/>
                  <a:pt x="681298" y="70828"/>
                  <a:pt x="677247" y="70828"/>
                </a:cubicBezTo>
                <a:cubicBezTo>
                  <a:pt x="672777" y="70828"/>
                  <a:pt x="668324" y="70008"/>
                  <a:pt x="663888" y="68366"/>
                </a:cubicBezTo>
                <a:cubicBezTo>
                  <a:pt x="659453" y="66725"/>
                  <a:pt x="655489" y="64262"/>
                  <a:pt x="651996" y="60979"/>
                </a:cubicBezTo>
                <a:lnTo>
                  <a:pt x="660797" y="50397"/>
                </a:lnTo>
                <a:cubicBezTo>
                  <a:pt x="663242" y="52493"/>
                  <a:pt x="665949" y="54204"/>
                  <a:pt x="668917" y="55531"/>
                </a:cubicBezTo>
                <a:cubicBezTo>
                  <a:pt x="671886" y="56858"/>
                  <a:pt x="674802" y="57522"/>
                  <a:pt x="677666" y="57522"/>
                </a:cubicBezTo>
                <a:cubicBezTo>
                  <a:pt x="680879" y="57522"/>
                  <a:pt x="683272" y="56928"/>
                  <a:pt x="684843" y="55741"/>
                </a:cubicBezTo>
                <a:cubicBezTo>
                  <a:pt x="686415" y="54553"/>
                  <a:pt x="687201" y="52947"/>
                  <a:pt x="687201" y="50921"/>
                </a:cubicBezTo>
                <a:cubicBezTo>
                  <a:pt x="687201" y="49873"/>
                  <a:pt x="686974" y="48965"/>
                  <a:pt x="686520" y="48197"/>
                </a:cubicBezTo>
                <a:cubicBezTo>
                  <a:pt x="686066" y="47429"/>
                  <a:pt x="685402" y="46748"/>
                  <a:pt x="684529" y="46154"/>
                </a:cubicBezTo>
                <a:cubicBezTo>
                  <a:pt x="683656" y="45560"/>
                  <a:pt x="682608" y="45001"/>
                  <a:pt x="681386" y="44477"/>
                </a:cubicBezTo>
                <a:cubicBezTo>
                  <a:pt x="680163" y="43954"/>
                  <a:pt x="678819" y="43377"/>
                  <a:pt x="677352" y="42749"/>
                </a:cubicBezTo>
                <a:lnTo>
                  <a:pt x="668446" y="38977"/>
                </a:lnTo>
                <a:cubicBezTo>
                  <a:pt x="666700" y="38278"/>
                  <a:pt x="665006" y="37370"/>
                  <a:pt x="663364" y="36253"/>
                </a:cubicBezTo>
                <a:cubicBezTo>
                  <a:pt x="661723" y="35135"/>
                  <a:pt x="660256" y="33825"/>
                  <a:pt x="658964" y="32324"/>
                </a:cubicBezTo>
                <a:cubicBezTo>
                  <a:pt x="657672" y="30822"/>
                  <a:pt x="656641" y="29075"/>
                  <a:pt x="655873" y="27085"/>
                </a:cubicBezTo>
                <a:cubicBezTo>
                  <a:pt x="655104" y="25094"/>
                  <a:pt x="654720" y="22841"/>
                  <a:pt x="654720" y="20327"/>
                </a:cubicBezTo>
                <a:cubicBezTo>
                  <a:pt x="654720" y="17533"/>
                  <a:pt x="655314" y="14896"/>
                  <a:pt x="656502" y="12416"/>
                </a:cubicBezTo>
                <a:cubicBezTo>
                  <a:pt x="657689" y="9937"/>
                  <a:pt x="659365" y="7771"/>
                  <a:pt x="661531" y="5920"/>
                </a:cubicBezTo>
                <a:cubicBezTo>
                  <a:pt x="663696" y="4069"/>
                  <a:pt x="666263" y="2620"/>
                  <a:pt x="669232" y="1572"/>
                </a:cubicBezTo>
                <a:cubicBezTo>
                  <a:pt x="672200" y="524"/>
                  <a:pt x="675466" y="0"/>
                  <a:pt x="679028" y="0"/>
                </a:cubicBezTo>
                <a:close/>
                <a:moveTo>
                  <a:pt x="369837" y="0"/>
                </a:moveTo>
                <a:cubicBezTo>
                  <a:pt x="374447" y="0"/>
                  <a:pt x="378656" y="786"/>
                  <a:pt x="382462" y="2358"/>
                </a:cubicBezTo>
                <a:cubicBezTo>
                  <a:pt x="386269" y="3929"/>
                  <a:pt x="389535" y="6217"/>
                  <a:pt x="392259" y="9221"/>
                </a:cubicBezTo>
                <a:cubicBezTo>
                  <a:pt x="394983" y="12224"/>
                  <a:pt x="397096" y="15909"/>
                  <a:pt x="398598" y="20274"/>
                </a:cubicBezTo>
                <a:cubicBezTo>
                  <a:pt x="400100" y="24640"/>
                  <a:pt x="400850" y="29582"/>
                  <a:pt x="400850" y="35100"/>
                </a:cubicBezTo>
                <a:cubicBezTo>
                  <a:pt x="400850" y="40688"/>
                  <a:pt x="400100" y="45682"/>
                  <a:pt x="398598" y="50083"/>
                </a:cubicBezTo>
                <a:cubicBezTo>
                  <a:pt x="397096" y="54483"/>
                  <a:pt x="394983" y="58220"/>
                  <a:pt x="392259" y="61294"/>
                </a:cubicBezTo>
                <a:cubicBezTo>
                  <a:pt x="389535" y="64367"/>
                  <a:pt x="386269" y="66725"/>
                  <a:pt x="382462" y="68366"/>
                </a:cubicBezTo>
                <a:cubicBezTo>
                  <a:pt x="378656" y="70008"/>
                  <a:pt x="374447" y="70828"/>
                  <a:pt x="369837" y="70828"/>
                </a:cubicBezTo>
                <a:cubicBezTo>
                  <a:pt x="365227" y="70828"/>
                  <a:pt x="361019" y="70008"/>
                  <a:pt x="357212" y="68366"/>
                </a:cubicBezTo>
                <a:cubicBezTo>
                  <a:pt x="353405" y="66725"/>
                  <a:pt x="350139" y="64367"/>
                  <a:pt x="347415" y="61294"/>
                </a:cubicBezTo>
                <a:cubicBezTo>
                  <a:pt x="344691" y="58220"/>
                  <a:pt x="342578" y="54483"/>
                  <a:pt x="341076" y="50083"/>
                </a:cubicBezTo>
                <a:cubicBezTo>
                  <a:pt x="339575" y="45682"/>
                  <a:pt x="338824" y="40688"/>
                  <a:pt x="338824" y="35100"/>
                </a:cubicBezTo>
                <a:cubicBezTo>
                  <a:pt x="338824" y="29512"/>
                  <a:pt x="339575" y="24535"/>
                  <a:pt x="341076" y="20170"/>
                </a:cubicBezTo>
                <a:cubicBezTo>
                  <a:pt x="342578" y="15804"/>
                  <a:pt x="344691" y="12137"/>
                  <a:pt x="347415" y="9168"/>
                </a:cubicBezTo>
                <a:cubicBezTo>
                  <a:pt x="350139" y="6200"/>
                  <a:pt x="353405" y="3929"/>
                  <a:pt x="357212" y="2358"/>
                </a:cubicBezTo>
                <a:cubicBezTo>
                  <a:pt x="361019" y="786"/>
                  <a:pt x="365227" y="0"/>
                  <a:pt x="369837" y="0"/>
                </a:cubicBezTo>
                <a:close/>
                <a:moveTo>
                  <a:pt x="217437" y="0"/>
                </a:moveTo>
                <a:cubicBezTo>
                  <a:pt x="222047" y="0"/>
                  <a:pt x="226256" y="786"/>
                  <a:pt x="230062" y="2358"/>
                </a:cubicBezTo>
                <a:cubicBezTo>
                  <a:pt x="233869" y="3929"/>
                  <a:pt x="237135" y="6217"/>
                  <a:pt x="239859" y="9221"/>
                </a:cubicBezTo>
                <a:cubicBezTo>
                  <a:pt x="242583" y="12224"/>
                  <a:pt x="244696" y="15909"/>
                  <a:pt x="246198" y="20274"/>
                </a:cubicBezTo>
                <a:cubicBezTo>
                  <a:pt x="247700" y="24640"/>
                  <a:pt x="248450" y="29582"/>
                  <a:pt x="248450" y="35100"/>
                </a:cubicBezTo>
                <a:cubicBezTo>
                  <a:pt x="248450" y="40688"/>
                  <a:pt x="247700" y="45682"/>
                  <a:pt x="246198" y="50083"/>
                </a:cubicBezTo>
                <a:cubicBezTo>
                  <a:pt x="244696" y="54483"/>
                  <a:pt x="242583" y="58220"/>
                  <a:pt x="239859" y="61294"/>
                </a:cubicBezTo>
                <a:cubicBezTo>
                  <a:pt x="237135" y="64367"/>
                  <a:pt x="233869" y="66725"/>
                  <a:pt x="230062" y="68366"/>
                </a:cubicBezTo>
                <a:cubicBezTo>
                  <a:pt x="226256" y="70008"/>
                  <a:pt x="222047" y="70828"/>
                  <a:pt x="217437" y="70828"/>
                </a:cubicBezTo>
                <a:cubicBezTo>
                  <a:pt x="212827" y="70828"/>
                  <a:pt x="208619" y="70008"/>
                  <a:pt x="204812" y="68366"/>
                </a:cubicBezTo>
                <a:cubicBezTo>
                  <a:pt x="201005" y="66725"/>
                  <a:pt x="197739" y="64367"/>
                  <a:pt x="195015" y="61294"/>
                </a:cubicBezTo>
                <a:cubicBezTo>
                  <a:pt x="192291" y="58220"/>
                  <a:pt x="190178" y="54483"/>
                  <a:pt x="188676" y="50083"/>
                </a:cubicBezTo>
                <a:cubicBezTo>
                  <a:pt x="187175" y="45682"/>
                  <a:pt x="186424" y="40688"/>
                  <a:pt x="186424" y="35100"/>
                </a:cubicBezTo>
                <a:cubicBezTo>
                  <a:pt x="186424" y="29512"/>
                  <a:pt x="187175" y="24535"/>
                  <a:pt x="188676" y="20170"/>
                </a:cubicBezTo>
                <a:cubicBezTo>
                  <a:pt x="190178" y="15804"/>
                  <a:pt x="192291" y="12137"/>
                  <a:pt x="195015" y="9168"/>
                </a:cubicBezTo>
                <a:cubicBezTo>
                  <a:pt x="197739" y="6200"/>
                  <a:pt x="201005" y="3929"/>
                  <a:pt x="204812" y="2358"/>
                </a:cubicBezTo>
                <a:cubicBezTo>
                  <a:pt x="208619" y="786"/>
                  <a:pt x="212827" y="0"/>
                  <a:pt x="2174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2117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67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05625" y="6403860"/>
            <a:ext cx="300961" cy="30909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Slide">
  <p:cSld name="End Slide">
    <p:bg>
      <p:bgPr>
        <a:solidFill>
          <a:schemeClr val="lt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1811" y="2841811"/>
            <a:ext cx="3048379" cy="1044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/>
          <p:nvPr/>
        </p:nvSpPr>
        <p:spPr>
          <a:xfrm>
            <a:off x="0" y="6801286"/>
            <a:ext cx="12192000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67"/>
              <a:buFont typeface="Calibri"/>
              <a:buNone/>
              <a:defRPr sz="4267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5791200" y="6474907"/>
            <a:ext cx="609600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304800" y="1295399"/>
            <a:ext cx="11582400" cy="491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954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2554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267"/>
              <a:buFont typeface="Calibri"/>
              <a:buChar char="•"/>
              <a:defRPr sz="2267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71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1867"/>
              <a:buFont typeface="Calibri"/>
              <a:buChar char="•"/>
              <a:defRPr sz="1867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715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67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715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67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97954" algn="l" rtl="0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1601944" y="6373183"/>
            <a:ext cx="300961" cy="3090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1"/>
          <p:cNvCxnSpPr/>
          <p:nvPr/>
        </p:nvCxnSpPr>
        <p:spPr>
          <a:xfrm>
            <a:off x="304800" y="6474907"/>
            <a:ext cx="11197209" cy="0"/>
          </a:xfrm>
          <a:prstGeom prst="straightConnector1">
            <a:avLst/>
          </a:prstGeom>
          <a:noFill/>
          <a:ln w="190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>
            <a:spLocks noGrp="1"/>
          </p:cNvSpPr>
          <p:nvPr>
            <p:ph type="title"/>
          </p:nvPr>
        </p:nvSpPr>
        <p:spPr>
          <a:xfrm>
            <a:off x="589936" y="4520517"/>
            <a:ext cx="11480799" cy="951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Calibri"/>
              <a:buNone/>
            </a:pPr>
            <a:r>
              <a:rPr lang="en-PH" dirty="0"/>
              <a:t>ADE App User Guide</a:t>
            </a:r>
            <a:endParaRPr dirty="0"/>
          </a:p>
        </p:txBody>
      </p:sp>
      <p:sp>
        <p:nvSpPr>
          <p:cNvPr id="179" name="Google Shape;179;p25"/>
          <p:cNvSpPr txBox="1">
            <a:spLocks noGrp="1"/>
          </p:cNvSpPr>
          <p:nvPr>
            <p:ph type="subTitle" idx="1"/>
          </p:nvPr>
        </p:nvSpPr>
        <p:spPr>
          <a:xfrm>
            <a:off x="589937" y="5477798"/>
            <a:ext cx="11062409" cy="87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1200" dirty="0"/>
              <a:t>Czarina Bonrostro</a:t>
            </a:r>
            <a:endParaRPr sz="1200" dirty="0"/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n-US" sz="1200" dirty="0"/>
              <a:t>Intern 2025 – Data Automation</a:t>
            </a:r>
            <a:endParaRPr sz="1200" dirty="0"/>
          </a:p>
        </p:txBody>
      </p:sp>
      <p:sp>
        <p:nvSpPr>
          <p:cNvPr id="180" name="Google Shape;180;p25"/>
          <p:cNvSpPr txBox="1">
            <a:spLocks noGrp="1"/>
          </p:cNvSpPr>
          <p:nvPr>
            <p:ph type="ftr" idx="11"/>
          </p:nvPr>
        </p:nvSpPr>
        <p:spPr>
          <a:xfrm>
            <a:off x="8534401" y="6474907"/>
            <a:ext cx="3137612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304800" y="1762809"/>
            <a:ext cx="5593976" cy="341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US" dirty="0"/>
              <a:t>How to Use</a:t>
            </a:r>
            <a:endParaRPr dirty="0"/>
          </a:p>
        </p:txBody>
      </p:sp>
      <p:sp>
        <p:nvSpPr>
          <p:cNvPr id="186" name="Google Shape;186;p26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449" cy="383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Start-up</a:t>
            </a:r>
            <a:endParaRPr dirty="0"/>
          </a:p>
        </p:txBody>
      </p:sp>
      <p:sp>
        <p:nvSpPr>
          <p:cNvPr id="193" name="Google Shape;193;p27"/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4" name="Google Shape;194;p27"/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body" idx="1"/>
          </p:nvPr>
        </p:nvSpPr>
        <p:spPr>
          <a:xfrm>
            <a:off x="304799" y="1013072"/>
            <a:ext cx="1758792" cy="508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Select folders containing your performance and waveform data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endParaRPr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2AD69-869E-8B39-2A4A-7B9B9DAAC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401" y="1013071"/>
            <a:ext cx="9485420" cy="51702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C626FF-A633-7A4E-E987-78CBF986053B}"/>
              </a:ext>
            </a:extLst>
          </p:cNvPr>
          <p:cNvSpPr/>
          <p:nvPr/>
        </p:nvSpPr>
        <p:spPr>
          <a:xfrm>
            <a:off x="2569952" y="1754875"/>
            <a:ext cx="666750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627B98-FFAC-EAEF-45BD-90A6B6ACB5D5}"/>
              </a:ext>
            </a:extLst>
          </p:cNvPr>
          <p:cNvSpPr/>
          <p:nvPr/>
        </p:nvSpPr>
        <p:spPr>
          <a:xfrm>
            <a:off x="5508832" y="1754874"/>
            <a:ext cx="666750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Google Shape;195;p27">
            <a:extLst>
              <a:ext uri="{FF2B5EF4-FFF2-40B4-BE49-F238E27FC236}">
                <a16:creationId xmlns:a16="http://schemas.microsoft.com/office/drawing/2014/main" id="{C16376FD-75C1-9186-7EC5-9DBAD61DE168}"/>
              </a:ext>
            </a:extLst>
          </p:cNvPr>
          <p:cNvSpPr txBox="1">
            <a:spLocks/>
          </p:cNvSpPr>
          <p:nvPr/>
        </p:nvSpPr>
        <p:spPr>
          <a:xfrm>
            <a:off x="5791203" y="6096007"/>
            <a:ext cx="238683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1: ADE Start-up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F9977E34-ADD2-2A53-28FE-9CC1B469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84A547AB-7F1F-1C2D-3181-F8D794804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Folder and Excel Formats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29C0FCE9-FCE1-CDC8-E76E-33BE2A89D0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C650D833-9D3C-04C7-3C38-79E92E5F671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B21DAA43-178B-9385-9E87-6F29DC7C9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8" y="1013072"/>
            <a:ext cx="2818996" cy="508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buSzPct val="106000"/>
              <a:buNone/>
            </a:pPr>
            <a:r>
              <a:rPr lang="en-PH" sz="1800" dirty="0"/>
              <a:t>Performance Data Folder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>
                <a:solidFill>
                  <a:schemeClr val="bg1"/>
                </a:solidFill>
              </a:rPr>
              <a:t>Accepted file: Excel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>
                <a:solidFill>
                  <a:schemeClr val="bg1"/>
                </a:solidFill>
              </a:rPr>
              <a:t>File name: &lt;Test Name&gt;.xlsx</a:t>
            </a:r>
          </a:p>
          <a:p>
            <a:pPr marL="742950" lvl="1" indent="-285750" algn="just">
              <a:buSzPct val="106000"/>
            </a:pPr>
            <a:r>
              <a:rPr lang="en-PH" sz="1133" dirty="0">
                <a:solidFill>
                  <a:schemeClr val="bg1"/>
                </a:solidFill>
              </a:rPr>
              <a:t>E.g. Efficiency Test 12V</a:t>
            </a:r>
          </a:p>
          <a:p>
            <a:pPr marL="285750" indent="-285750" algn="just">
              <a:buSzPct val="106000"/>
            </a:pPr>
            <a:r>
              <a:rPr lang="en-PH" sz="1400" dirty="0">
                <a:solidFill>
                  <a:schemeClr val="bg1"/>
                </a:solidFill>
              </a:rPr>
              <a:t>Charts in excel files should be in a </a:t>
            </a:r>
            <a:r>
              <a:rPr lang="en-PH" sz="1400" dirty="0" err="1">
                <a:solidFill>
                  <a:schemeClr val="bg1"/>
                </a:solidFill>
              </a:rPr>
              <a:t>chartsheet</a:t>
            </a:r>
            <a:r>
              <a:rPr lang="en-PH" sz="1400" dirty="0">
                <a:solidFill>
                  <a:schemeClr val="bg1"/>
                </a:solidFill>
              </a:rPr>
              <a:t> (not worksheet) with name format &lt;Charts_[par1vpar2]_val1V_val2A&gt;, otherwise ADE would not be able to detect it (Figure 4)</a:t>
            </a:r>
          </a:p>
          <a:p>
            <a:pPr marL="285750" indent="-285750" algn="just">
              <a:buSzPct val="106000"/>
            </a:pPr>
            <a:r>
              <a:rPr lang="en-PH" sz="1400" dirty="0">
                <a:solidFill>
                  <a:schemeClr val="bg1"/>
                </a:solidFill>
              </a:rPr>
              <a:t>Note: </a:t>
            </a:r>
            <a:r>
              <a:rPr lang="en-PH" sz="1400" dirty="0" err="1">
                <a:solidFill>
                  <a:schemeClr val="bg1"/>
                </a:solidFill>
              </a:rPr>
              <a:t>Chartsheet</a:t>
            </a:r>
            <a:r>
              <a:rPr lang="en-PH" sz="1400" dirty="0">
                <a:solidFill>
                  <a:schemeClr val="bg1"/>
                </a:solidFill>
              </a:rPr>
              <a:t> names should follow the format to generate accurate caption when exported to DER document [FOR IMPROVEMENT]</a:t>
            </a:r>
          </a:p>
          <a:p>
            <a:pPr marL="742950" lvl="1" indent="-285750" algn="just">
              <a:buSzPct val="106000"/>
            </a:pPr>
            <a:r>
              <a:rPr lang="en-PH" sz="1133" dirty="0">
                <a:solidFill>
                  <a:schemeClr val="bg1"/>
                </a:solidFill>
              </a:rPr>
              <a:t>For now, automated captions are for </a:t>
            </a:r>
            <a:r>
              <a:rPr lang="en-PH" sz="1133" dirty="0" err="1">
                <a:solidFill>
                  <a:schemeClr val="bg1"/>
                </a:solidFill>
              </a:rPr>
              <a:t>chartsheets</a:t>
            </a:r>
            <a:r>
              <a:rPr lang="en-PH" sz="1133" dirty="0">
                <a:solidFill>
                  <a:schemeClr val="bg1"/>
                </a:solidFill>
              </a:rPr>
              <a:t> with name “</a:t>
            </a:r>
            <a:r>
              <a:rPr lang="en-PH" sz="1200" dirty="0" err="1">
                <a:solidFill>
                  <a:schemeClr val="bg1"/>
                </a:solidFill>
              </a:rPr>
              <a:t>lnveff</a:t>
            </a:r>
            <a:r>
              <a:rPr lang="en-PH" sz="1200" dirty="0">
                <a:solidFill>
                  <a:schemeClr val="bg1"/>
                </a:solidFill>
              </a:rPr>
              <a:t>“, “</a:t>
            </a:r>
            <a:r>
              <a:rPr lang="en-PH" sz="1200" dirty="0" err="1">
                <a:solidFill>
                  <a:schemeClr val="bg1"/>
                </a:solidFill>
              </a:rPr>
              <a:t>ldveff</a:t>
            </a:r>
            <a:r>
              <a:rPr lang="en-PH" sz="1200" dirty="0">
                <a:solidFill>
                  <a:schemeClr val="bg1"/>
                </a:solidFill>
              </a:rPr>
              <a:t>”, “</a:t>
            </a:r>
            <a:r>
              <a:rPr lang="en-PH" sz="1200" dirty="0" err="1">
                <a:solidFill>
                  <a:schemeClr val="bg1"/>
                </a:solidFill>
              </a:rPr>
              <a:t>loadvripple</a:t>
            </a:r>
            <a:r>
              <a:rPr lang="en-PH" sz="1200" dirty="0">
                <a:solidFill>
                  <a:schemeClr val="bg1"/>
                </a:solidFill>
              </a:rPr>
              <a:t>”, “</a:t>
            </a:r>
            <a:r>
              <a:rPr lang="en-PH" sz="1200" dirty="0" err="1">
                <a:solidFill>
                  <a:schemeClr val="bg1"/>
                </a:solidFill>
              </a:rPr>
              <a:t>linereg</a:t>
            </a:r>
            <a:r>
              <a:rPr lang="en-PH" sz="1200" dirty="0">
                <a:solidFill>
                  <a:schemeClr val="bg1"/>
                </a:solidFill>
              </a:rPr>
              <a:t>”, “</a:t>
            </a:r>
            <a:r>
              <a:rPr lang="en-PH" sz="1200" dirty="0" err="1">
                <a:solidFill>
                  <a:schemeClr val="bg1"/>
                </a:solidFill>
              </a:rPr>
              <a:t>loadreg</a:t>
            </a:r>
            <a:r>
              <a:rPr lang="en-PH" sz="1200" dirty="0">
                <a:solidFill>
                  <a:schemeClr val="bg1"/>
                </a:solidFill>
              </a:rPr>
              <a:t>”</a:t>
            </a:r>
          </a:p>
          <a:p>
            <a:pPr marL="742950" lvl="1" indent="-285750" algn="just">
              <a:buSzPct val="106000"/>
            </a:pPr>
            <a:r>
              <a:rPr lang="en-PH" sz="1200" dirty="0">
                <a:solidFill>
                  <a:schemeClr val="bg1"/>
                </a:solidFill>
              </a:rPr>
              <a:t>Sample captions for these charts is </a:t>
            </a:r>
            <a:r>
              <a:rPr lang="en-US" sz="1100" dirty="0">
                <a:solidFill>
                  <a:schemeClr val="bg1"/>
                </a:solidFill>
              </a:rPr>
              <a:t>"Line vs Efficiency, {volts}, {current}“ for the “</a:t>
            </a:r>
            <a:r>
              <a:rPr lang="en-US" sz="1100" dirty="0" err="1">
                <a:solidFill>
                  <a:schemeClr val="bg1"/>
                </a:solidFill>
              </a:rPr>
              <a:t>lnveff</a:t>
            </a:r>
            <a:r>
              <a:rPr lang="en-US" sz="1100" dirty="0">
                <a:solidFill>
                  <a:schemeClr val="bg1"/>
                </a:solidFill>
              </a:rPr>
              <a:t>”</a:t>
            </a:r>
            <a:endParaRPr lang="en-PH" sz="1100" dirty="0">
              <a:solidFill>
                <a:schemeClr val="bg1"/>
              </a:solidFill>
            </a:endParaRPr>
          </a:p>
          <a:p>
            <a:pPr marL="0" indent="0" algn="just">
              <a:buSzPct val="106000"/>
              <a:buNone/>
            </a:pPr>
            <a:r>
              <a:rPr lang="en-PH" sz="1800" dirty="0"/>
              <a:t>Waveforms Folder</a:t>
            </a:r>
          </a:p>
          <a:p>
            <a:pPr marL="285750" indent="-285750" algn="just">
              <a:buSzPct val="106000"/>
            </a:pPr>
            <a:r>
              <a:rPr lang="en-PH" sz="1400" dirty="0">
                <a:solidFill>
                  <a:schemeClr val="bg1"/>
                </a:solidFill>
              </a:rPr>
              <a:t>Accepted file: jpeg, </a:t>
            </a:r>
            <a:r>
              <a:rPr lang="en-PH" sz="1400" dirty="0" err="1">
                <a:solidFill>
                  <a:schemeClr val="bg1"/>
                </a:solidFill>
              </a:rPr>
              <a:t>png</a:t>
            </a:r>
            <a:endParaRPr lang="en-PH" sz="1400" dirty="0">
              <a:solidFill>
                <a:schemeClr val="bg1"/>
              </a:solidFill>
            </a:endParaRPr>
          </a:p>
          <a:p>
            <a:pPr marL="285750" indent="-285750" algn="just">
              <a:buSzPct val="106000"/>
            </a:pPr>
            <a:r>
              <a:rPr lang="en-PH" sz="1400" dirty="0">
                <a:solidFill>
                  <a:schemeClr val="bg1"/>
                </a:solidFill>
              </a:rPr>
              <a:t>File name: &lt;Test name val1, val2, val3&gt;.xlsx</a:t>
            </a:r>
          </a:p>
          <a:p>
            <a:pPr marL="742950" lvl="1" indent="-285750" algn="just">
              <a:buSzPct val="106000"/>
            </a:pPr>
            <a:r>
              <a:rPr lang="en-PH" sz="1133" dirty="0">
                <a:solidFill>
                  <a:schemeClr val="bg1"/>
                </a:solidFill>
              </a:rPr>
              <a:t>E.g. </a:t>
            </a:r>
            <a:r>
              <a:rPr lang="en-US" sz="1133" dirty="0">
                <a:solidFill>
                  <a:schemeClr val="bg1"/>
                </a:solidFill>
              </a:rPr>
              <a:t>CC load 90VAC, 5V, 1.2A</a:t>
            </a:r>
            <a:r>
              <a:rPr lang="en-PH" sz="1133" dirty="0">
                <a:solidFill>
                  <a:schemeClr val="bg1"/>
                </a:solidFill>
              </a:rPr>
              <a:t> </a:t>
            </a:r>
          </a:p>
          <a:p>
            <a:pPr marL="285750" indent="-285750" algn="just">
              <a:buSzPct val="106000"/>
            </a:pPr>
            <a:r>
              <a:rPr lang="en-PH" sz="1400" dirty="0">
                <a:solidFill>
                  <a:schemeClr val="bg1"/>
                </a:solidFill>
              </a:rPr>
              <a:t>Note: File name should follow the format to generate accurate caption when exported to DER document</a:t>
            </a:r>
          </a:p>
          <a:p>
            <a:pPr marL="742950" lvl="1" indent="-285750" algn="just">
              <a:buSzPct val="106000"/>
            </a:pPr>
            <a:r>
              <a:rPr lang="en-PH" sz="1133" dirty="0">
                <a:solidFill>
                  <a:schemeClr val="bg1"/>
                </a:solidFill>
              </a:rPr>
              <a:t>Sample caption is  </a:t>
            </a:r>
            <a:r>
              <a:rPr lang="en-US" sz="1133" dirty="0">
                <a:solidFill>
                  <a:schemeClr val="bg1"/>
                </a:solidFill>
              </a:rPr>
              <a:t>CC load 90 VAC, 5 V, 1.2 A </a:t>
            </a:r>
            <a:r>
              <a:rPr lang="en-PH" sz="1133" dirty="0">
                <a:solidFill>
                  <a:schemeClr val="bg1"/>
                </a:solidFill>
              </a:rPr>
              <a:t> </a:t>
            </a:r>
          </a:p>
          <a:p>
            <a:pPr marL="742950" lvl="1" indent="-285750" algn="just">
              <a:buSzPct val="106000"/>
            </a:pPr>
            <a:endParaRPr sz="1133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D39A34A-C67C-ED30-9128-29832C488241}"/>
              </a:ext>
            </a:extLst>
          </p:cNvPr>
          <p:cNvGrpSpPr/>
          <p:nvPr/>
        </p:nvGrpSpPr>
        <p:grpSpPr>
          <a:xfrm>
            <a:off x="3232039" y="1013072"/>
            <a:ext cx="4273458" cy="3454447"/>
            <a:chOff x="3236980" y="1049644"/>
            <a:chExt cx="4273458" cy="345444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36AD6C-DFE1-B0F1-7CBA-8A25EDD05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6980" y="1049644"/>
              <a:ext cx="4273458" cy="3173561"/>
            </a:xfrm>
            <a:prstGeom prst="rect">
              <a:avLst/>
            </a:prstGeom>
          </p:spPr>
        </p:pic>
        <p:sp>
          <p:nvSpPr>
            <p:cNvPr id="11" name="Google Shape;195;p27">
              <a:extLst>
                <a:ext uri="{FF2B5EF4-FFF2-40B4-BE49-F238E27FC236}">
                  <a16:creationId xmlns:a16="http://schemas.microsoft.com/office/drawing/2014/main" id="{85796134-3CBD-0139-15F2-322B0E4A1B35}"/>
                </a:ext>
              </a:extLst>
            </p:cNvPr>
            <p:cNvSpPr txBox="1">
              <a:spLocks/>
            </p:cNvSpPr>
            <p:nvPr/>
          </p:nvSpPr>
          <p:spPr>
            <a:xfrm>
              <a:off x="3505119" y="4125191"/>
              <a:ext cx="3840482" cy="37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 lnSpcReduction="1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97954" algn="l" rtl="0">
                <a:lnSpc>
                  <a:spcPct val="11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4976"/>
                </a:buClr>
                <a:buSzPts val="2667"/>
                <a:buFont typeface="Calibri"/>
                <a:buChar char="•"/>
                <a:defRPr sz="2667" b="1" i="0" u="none" strike="noStrike" cap="none">
                  <a:solidFill>
                    <a:srgbClr val="004976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81000" algn="l" rtl="0">
                <a:lnSpc>
                  <a:spcPct val="11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5A666A"/>
                </a:buClr>
                <a:buSzPts val="2400"/>
                <a:buFont typeface="Calibri"/>
                <a:buChar char="•"/>
                <a:defRPr sz="2400" b="0" i="0" u="none" strike="noStrike" cap="none">
                  <a:solidFill>
                    <a:srgbClr val="5A666A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64045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66A"/>
                </a:buClr>
                <a:buSzPts val="2133"/>
                <a:buFont typeface="Calibri"/>
                <a:buChar char="•"/>
                <a:defRPr sz="2133" b="0" i="0" u="none" strike="noStrike" cap="none">
                  <a:solidFill>
                    <a:srgbClr val="5A666A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  <a:defRPr sz="1867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  <a:defRPr sz="1867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457200" lvl="1" indent="0" algn="just">
                <a:buSzPct val="106000"/>
                <a:buNone/>
              </a:pPr>
              <a:r>
                <a:rPr lang="en-PH" sz="1133" dirty="0"/>
                <a:t>Figure 2: Sample performance test folder contents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D3993D-C9A7-673C-DDD3-3B4435A8FF96}"/>
              </a:ext>
            </a:extLst>
          </p:cNvPr>
          <p:cNvGrpSpPr/>
          <p:nvPr/>
        </p:nvGrpSpPr>
        <p:grpSpPr>
          <a:xfrm>
            <a:off x="7613741" y="1023139"/>
            <a:ext cx="4273459" cy="3454446"/>
            <a:chOff x="7613741" y="1049645"/>
            <a:chExt cx="4273459" cy="345444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BCF98CE-05CE-1750-1ACC-EB328D439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13741" y="1049645"/>
              <a:ext cx="4273459" cy="3164779"/>
            </a:xfrm>
            <a:prstGeom prst="rect">
              <a:avLst/>
            </a:prstGeom>
          </p:spPr>
        </p:pic>
        <p:sp>
          <p:nvSpPr>
            <p:cNvPr id="12" name="Google Shape;195;p27">
              <a:extLst>
                <a:ext uri="{FF2B5EF4-FFF2-40B4-BE49-F238E27FC236}">
                  <a16:creationId xmlns:a16="http://schemas.microsoft.com/office/drawing/2014/main" id="{C667DF6A-2DE3-4523-50B7-22C0A5DAA816}"/>
                </a:ext>
              </a:extLst>
            </p:cNvPr>
            <p:cNvSpPr txBox="1">
              <a:spLocks/>
            </p:cNvSpPr>
            <p:nvPr/>
          </p:nvSpPr>
          <p:spPr>
            <a:xfrm>
              <a:off x="7912689" y="4125191"/>
              <a:ext cx="3840482" cy="37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rmAutofit lnSpcReduction="10000"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97954" algn="l" rtl="0">
                <a:lnSpc>
                  <a:spcPct val="11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4976"/>
                </a:buClr>
                <a:buSzPts val="2667"/>
                <a:buFont typeface="Calibri"/>
                <a:buChar char="•"/>
                <a:defRPr sz="2667" b="1" i="0" u="none" strike="noStrike" cap="none">
                  <a:solidFill>
                    <a:srgbClr val="004976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  <a:lvl2pPr marL="914400" marR="0" lvl="1" indent="-381000" algn="l" rtl="0">
                <a:lnSpc>
                  <a:spcPct val="11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5A666A"/>
                </a:buClr>
                <a:buSzPts val="2400"/>
                <a:buFont typeface="Calibri"/>
                <a:buChar char="•"/>
                <a:defRPr sz="2400" b="0" i="0" u="none" strike="noStrike" cap="none">
                  <a:solidFill>
                    <a:srgbClr val="5A666A"/>
                  </a:solidFill>
                  <a:latin typeface="Calibri"/>
                  <a:ea typeface="Calibri"/>
                  <a:cs typeface="Calibri"/>
                  <a:sym typeface="Calibri"/>
                </a:defRPr>
              </a:lvl2pPr>
              <a:lvl3pPr marL="1371600" marR="0" lvl="2" indent="-364045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66A"/>
                </a:buClr>
                <a:buSzPts val="2133"/>
                <a:buFont typeface="Calibri"/>
                <a:buChar char="•"/>
                <a:defRPr sz="2133" b="0" i="0" u="none" strike="noStrike" cap="none">
                  <a:solidFill>
                    <a:srgbClr val="5A666A"/>
                  </a:solidFill>
                  <a:latin typeface="Calibri"/>
                  <a:ea typeface="Calibri"/>
                  <a:cs typeface="Calibri"/>
                  <a:sym typeface="Calibri"/>
                </a:defRPr>
              </a:lvl3pPr>
              <a:lvl4pPr marL="1828800" marR="0" lvl="3" indent="-3429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  <a:defRPr sz="1867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defRPr>
              </a:lvl4pPr>
              <a:lvl5pPr marL="2286000" marR="0" lvl="4" indent="-34290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  <a:defRPr sz="1867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defRPr>
              </a:lvl5pPr>
              <a:lvl6pPr marL="2743200" marR="0" lvl="5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6pPr>
              <a:lvl7pPr marL="3200400" marR="0" lvl="6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7pPr>
              <a:lvl8pPr marL="3657600" marR="0" lvl="7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8pPr>
              <a:lvl9pPr marL="4114800" marR="0" lvl="8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2667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marL="457200" lvl="1" indent="0" algn="just">
                <a:buSzPct val="106000"/>
                <a:buNone/>
              </a:pPr>
              <a:r>
                <a:rPr lang="en-PH" sz="1133" dirty="0"/>
                <a:t>Figure 3: Sample waveforms folder contents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76CAD3E-52B2-7A18-A539-281665447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781" y="4771571"/>
            <a:ext cx="4315427" cy="724001"/>
          </a:xfrm>
          <a:prstGeom prst="rect">
            <a:avLst/>
          </a:prstGeom>
        </p:spPr>
      </p:pic>
      <p:sp>
        <p:nvSpPr>
          <p:cNvPr id="4" name="Google Shape;195;p27">
            <a:extLst>
              <a:ext uri="{FF2B5EF4-FFF2-40B4-BE49-F238E27FC236}">
                <a16:creationId xmlns:a16="http://schemas.microsoft.com/office/drawing/2014/main" id="{F7081257-1B24-F4C3-B86C-6CC7A3C64C00}"/>
              </a:ext>
            </a:extLst>
          </p:cNvPr>
          <p:cNvSpPr txBox="1">
            <a:spLocks/>
          </p:cNvSpPr>
          <p:nvPr/>
        </p:nvSpPr>
        <p:spPr>
          <a:xfrm>
            <a:off x="5295053" y="5455961"/>
            <a:ext cx="3252047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4: Sample </a:t>
            </a:r>
            <a:r>
              <a:rPr lang="en-PH" sz="1133" dirty="0" err="1"/>
              <a:t>chartsheet</a:t>
            </a:r>
            <a:r>
              <a:rPr lang="en-PH" sz="1133" dirty="0"/>
              <a:t> name formats</a:t>
            </a:r>
          </a:p>
        </p:txBody>
      </p:sp>
    </p:spTree>
    <p:extLst>
      <p:ext uri="{BB962C8B-B14F-4D97-AF65-F5344CB8AC3E}">
        <p14:creationId xmlns:p14="http://schemas.microsoft.com/office/powerpoint/2010/main" val="1132571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4FADA743-6A4C-CACE-24A9-4D21D2398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7D4155-059A-2D9B-FE3A-8A00E7B4E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691" y="1015285"/>
            <a:ext cx="9506509" cy="5194841"/>
          </a:xfrm>
          <a:prstGeom prst="rect">
            <a:avLst/>
          </a:prstGeom>
        </p:spPr>
      </p:pic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3B03B4A4-C798-3B53-C6BA-18C777087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Update List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C3CAD587-58FB-8B68-1C80-C0BF485099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2510B00A-769C-E321-B405-8231C0CEF03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C0275D12-9A36-1BE5-9E6A-57699D0D9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9" y="1013072"/>
            <a:ext cx="1758792" cy="508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After selecting your folders, click the “Load Tests” button below.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Expect that the lists will update automatically</a:t>
            </a:r>
            <a:endParaRPr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1367D-5746-F301-B5DD-852819B38A43}"/>
              </a:ext>
            </a:extLst>
          </p:cNvPr>
          <p:cNvSpPr/>
          <p:nvPr/>
        </p:nvSpPr>
        <p:spPr>
          <a:xfrm>
            <a:off x="4807578" y="5490113"/>
            <a:ext cx="666750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Google Shape;195;p27">
            <a:extLst>
              <a:ext uri="{FF2B5EF4-FFF2-40B4-BE49-F238E27FC236}">
                <a16:creationId xmlns:a16="http://schemas.microsoft.com/office/drawing/2014/main" id="{10AF9FB8-0D40-657C-0199-AAE17FFD47D9}"/>
              </a:ext>
            </a:extLst>
          </p:cNvPr>
          <p:cNvSpPr txBox="1">
            <a:spLocks/>
          </p:cNvSpPr>
          <p:nvPr/>
        </p:nvSpPr>
        <p:spPr>
          <a:xfrm>
            <a:off x="5791203" y="6096007"/>
            <a:ext cx="238683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5: ADE Load Test</a:t>
            </a:r>
          </a:p>
        </p:txBody>
      </p:sp>
    </p:spTree>
    <p:extLst>
      <p:ext uri="{BB962C8B-B14F-4D97-AF65-F5344CB8AC3E}">
        <p14:creationId xmlns:p14="http://schemas.microsoft.com/office/powerpoint/2010/main" val="2715794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DD80A370-1EA5-B807-9F88-FC5BAE650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F7F75-4885-F0DA-275F-4B9411057C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6" t="6310" r="33794" b="7243"/>
          <a:stretch>
            <a:fillRect/>
          </a:stretch>
        </p:blipFill>
        <p:spPr>
          <a:xfrm>
            <a:off x="3476625" y="1423359"/>
            <a:ext cx="5380725" cy="3909790"/>
          </a:xfrm>
          <a:prstGeom prst="rect">
            <a:avLst/>
          </a:prstGeom>
        </p:spPr>
      </p:pic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8A952321-F050-B9AE-9B66-C00CDAAFC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Add and Delete Tests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D46378AD-BFCE-83D6-9496-EFB9C35DF6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F3ADD038-497E-BAB4-430B-E5EA5CF025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8B5FAACE-C4EE-28EC-4E5D-86AAAFA23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9" y="1013072"/>
            <a:ext cx="2840654" cy="534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The lists would show the default tests saved on the application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You may add additional default tests by clicking the “Add Data” buttons</a:t>
            </a:r>
            <a:endParaRPr lang="en-PH" sz="866" dirty="0"/>
          </a:p>
          <a:p>
            <a:pPr marL="742950" lvl="1" indent="-285750" algn="just">
              <a:spcBef>
                <a:spcPts val="0"/>
              </a:spcBef>
              <a:buSzPct val="106000"/>
            </a:pPr>
            <a:r>
              <a:rPr lang="en-PH" sz="1133" dirty="0"/>
              <a:t>You will be asked to input the name of the new test that would reflect on the list (figure 5)</a:t>
            </a:r>
          </a:p>
          <a:p>
            <a:pPr marL="742950" lvl="1" indent="-285750" algn="just">
              <a:spcBef>
                <a:spcPts val="0"/>
              </a:spcBef>
              <a:buSzPct val="106000"/>
            </a:pPr>
            <a:r>
              <a:rPr lang="en-PH" sz="1133" dirty="0"/>
              <a:t>The second input will ask on the prefix (first two words) of the file name ADE would use to search on the selected folder (figure 6)</a:t>
            </a:r>
          </a:p>
          <a:p>
            <a:pPr marL="285750" indent="-285750" algn="just">
              <a:buSzPct val="106000"/>
            </a:pPr>
            <a:r>
              <a:rPr lang="en-PH" sz="1400" dirty="0"/>
              <a:t>You may also delete default tests that are not necessary by clicking the “Delete Data”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58A353-26C0-43CB-82FB-99620FC7EA38}"/>
              </a:ext>
            </a:extLst>
          </p:cNvPr>
          <p:cNvSpPr/>
          <p:nvPr/>
        </p:nvSpPr>
        <p:spPr>
          <a:xfrm>
            <a:off x="3575937" y="3191298"/>
            <a:ext cx="719628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BC3A2D-9D41-F05C-BDBD-5F6DCB8F5B22}"/>
              </a:ext>
            </a:extLst>
          </p:cNvPr>
          <p:cNvSpPr/>
          <p:nvPr/>
        </p:nvSpPr>
        <p:spPr>
          <a:xfrm>
            <a:off x="6183864" y="3191297"/>
            <a:ext cx="719628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94E998-B8B5-D6BE-9AC7-DB1373764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190" y="1975808"/>
            <a:ext cx="1867161" cy="11145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13D3F1-4556-C67C-C6D4-3B5DACA05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578" y="3748772"/>
            <a:ext cx="2998858" cy="800600"/>
          </a:xfrm>
          <a:prstGeom prst="rect">
            <a:avLst/>
          </a:prstGeom>
        </p:spPr>
      </p:pic>
      <p:sp>
        <p:nvSpPr>
          <p:cNvPr id="15" name="Google Shape;195;p27">
            <a:extLst>
              <a:ext uri="{FF2B5EF4-FFF2-40B4-BE49-F238E27FC236}">
                <a16:creationId xmlns:a16="http://schemas.microsoft.com/office/drawing/2014/main" id="{1C1DD0C8-9AE7-412F-057F-A54DBE48CE7B}"/>
              </a:ext>
            </a:extLst>
          </p:cNvPr>
          <p:cNvSpPr txBox="1">
            <a:spLocks/>
          </p:cNvSpPr>
          <p:nvPr/>
        </p:nvSpPr>
        <p:spPr>
          <a:xfrm>
            <a:off x="4888949" y="5333149"/>
            <a:ext cx="238683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6: ADE Load Test</a:t>
            </a:r>
          </a:p>
        </p:txBody>
      </p:sp>
      <p:sp>
        <p:nvSpPr>
          <p:cNvPr id="17" name="Google Shape;195;p27">
            <a:extLst>
              <a:ext uri="{FF2B5EF4-FFF2-40B4-BE49-F238E27FC236}">
                <a16:creationId xmlns:a16="http://schemas.microsoft.com/office/drawing/2014/main" id="{C8AC9962-14D2-6619-D87E-AD4565959CA0}"/>
              </a:ext>
            </a:extLst>
          </p:cNvPr>
          <p:cNvSpPr txBox="1">
            <a:spLocks/>
          </p:cNvSpPr>
          <p:nvPr/>
        </p:nvSpPr>
        <p:spPr>
          <a:xfrm>
            <a:off x="9071472" y="2997818"/>
            <a:ext cx="238683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5: ADE Add test first input</a:t>
            </a:r>
          </a:p>
        </p:txBody>
      </p:sp>
      <p:sp>
        <p:nvSpPr>
          <p:cNvPr id="18" name="Google Shape;195;p27">
            <a:extLst>
              <a:ext uri="{FF2B5EF4-FFF2-40B4-BE49-F238E27FC236}">
                <a16:creationId xmlns:a16="http://schemas.microsoft.com/office/drawing/2014/main" id="{F17E1133-87CD-3FF5-272C-1154ACD71B69}"/>
              </a:ext>
            </a:extLst>
          </p:cNvPr>
          <p:cNvSpPr txBox="1">
            <a:spLocks/>
          </p:cNvSpPr>
          <p:nvPr/>
        </p:nvSpPr>
        <p:spPr>
          <a:xfrm>
            <a:off x="9071472" y="4440353"/>
            <a:ext cx="2527662" cy="49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7: ADE Add test second input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736177-D613-F144-7DD5-23FA0F946C07}"/>
              </a:ext>
            </a:extLst>
          </p:cNvPr>
          <p:cNvSpPr/>
          <p:nvPr/>
        </p:nvSpPr>
        <p:spPr>
          <a:xfrm>
            <a:off x="5351929" y="3191297"/>
            <a:ext cx="719628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A3465D-7FDC-4832-1129-13B2EDEBAAC4}"/>
              </a:ext>
            </a:extLst>
          </p:cNvPr>
          <p:cNvSpPr/>
          <p:nvPr/>
        </p:nvSpPr>
        <p:spPr>
          <a:xfrm>
            <a:off x="7949875" y="3187268"/>
            <a:ext cx="719628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27692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8D9435B0-A285-BF49-8725-1A49ADF5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3A588-973B-A051-095C-CFFE801C62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6" t="6310" r="33794" b="7243"/>
          <a:stretch>
            <a:fillRect/>
          </a:stretch>
        </p:blipFill>
        <p:spPr>
          <a:xfrm>
            <a:off x="4481534" y="947633"/>
            <a:ext cx="6829805" cy="4962734"/>
          </a:xfrm>
          <a:prstGeom prst="rect">
            <a:avLst/>
          </a:prstGeom>
        </p:spPr>
      </p:pic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8CABEC67-B8F8-895A-2A5C-69EAC5BDAB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Select Files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3A83FC3B-D865-2345-3D37-8C1B312DBD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5331DEDE-5484-1DA8-0299-20B971261D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60C5B1CA-B195-D189-F04D-1D8D9C3886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8" y="1013072"/>
            <a:ext cx="3739177" cy="534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You may manually select the files you want to include in the DER document by unticking the checkboxes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You may rearrange the lists based on your preference (this arrangement would also reflect on the DER document) by dragging items to desired placements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If the performance data and waveforms data lists arrangements are modified, click the “Refresh Items” to update the list items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endParaRPr lang="en-PH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B5B5B-61AB-0E43-733F-9F7C4739F2EA}"/>
              </a:ext>
            </a:extLst>
          </p:cNvPr>
          <p:cNvSpPr/>
          <p:nvPr/>
        </p:nvSpPr>
        <p:spPr>
          <a:xfrm>
            <a:off x="4679156" y="1719263"/>
            <a:ext cx="142875" cy="895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Google Shape;195;p27">
            <a:extLst>
              <a:ext uri="{FF2B5EF4-FFF2-40B4-BE49-F238E27FC236}">
                <a16:creationId xmlns:a16="http://schemas.microsoft.com/office/drawing/2014/main" id="{B7A1E862-438D-4B11-A666-3BDA09D4EF81}"/>
              </a:ext>
            </a:extLst>
          </p:cNvPr>
          <p:cNvSpPr txBox="1">
            <a:spLocks/>
          </p:cNvSpPr>
          <p:nvPr/>
        </p:nvSpPr>
        <p:spPr>
          <a:xfrm>
            <a:off x="6202691" y="5815872"/>
            <a:ext cx="3510654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8: Selecting and rearranging list items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D02555-E1AB-1654-306C-A294212DF350}"/>
              </a:ext>
            </a:extLst>
          </p:cNvPr>
          <p:cNvSpPr/>
          <p:nvPr/>
        </p:nvSpPr>
        <p:spPr>
          <a:xfrm>
            <a:off x="4679155" y="3651251"/>
            <a:ext cx="142875" cy="4667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EEBC7E-655E-7E16-3BFA-EAA3A418FBEE}"/>
              </a:ext>
            </a:extLst>
          </p:cNvPr>
          <p:cNvSpPr/>
          <p:nvPr/>
        </p:nvSpPr>
        <p:spPr>
          <a:xfrm>
            <a:off x="7962945" y="5531467"/>
            <a:ext cx="689349" cy="378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90302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C7DBF291-BB40-F3A8-8519-3317C005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ACCB49BE-376A-F19A-1667-772A5EAD9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Cropping Waveforms	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45885DBB-85BF-C443-5D8C-554DF7BBA2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88685DB1-2E12-F3D5-444A-448CF8F518E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7160061A-B288-21BA-5EBB-24C39B646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8" y="1013072"/>
            <a:ext cx="3739177" cy="534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A preview of the selected waveform from the test items can be seen on the waveforms preview panel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You can also crop these waveforms by entering how many pixels you want to crop from the upper, lower, left and right of the images.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The set values on the boxes would be used in all waveforms when exported to DER document</a:t>
            </a:r>
          </a:p>
        </p:txBody>
      </p:sp>
      <p:sp>
        <p:nvSpPr>
          <p:cNvPr id="15" name="Google Shape;195;p27">
            <a:extLst>
              <a:ext uri="{FF2B5EF4-FFF2-40B4-BE49-F238E27FC236}">
                <a16:creationId xmlns:a16="http://schemas.microsoft.com/office/drawing/2014/main" id="{7E0AD61C-1116-F2BE-1CCD-3FC8E5068F83}"/>
              </a:ext>
            </a:extLst>
          </p:cNvPr>
          <p:cNvSpPr txBox="1">
            <a:spLocks/>
          </p:cNvSpPr>
          <p:nvPr/>
        </p:nvSpPr>
        <p:spPr>
          <a:xfrm>
            <a:off x="6202691" y="5979771"/>
            <a:ext cx="3510654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9: Waveform cropping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1A357C-9DE7-B4F9-7647-E4B1A948F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915" y="925299"/>
            <a:ext cx="7175863" cy="51844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4F45FF-E027-946D-06C9-DDD0E0724599}"/>
              </a:ext>
            </a:extLst>
          </p:cNvPr>
          <p:cNvSpPr/>
          <p:nvPr/>
        </p:nvSpPr>
        <p:spPr>
          <a:xfrm>
            <a:off x="4615896" y="3994031"/>
            <a:ext cx="1379462" cy="215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E6A60-D9EF-BD8C-639C-EFCDBDB7D86D}"/>
              </a:ext>
            </a:extLst>
          </p:cNvPr>
          <p:cNvSpPr/>
          <p:nvPr/>
        </p:nvSpPr>
        <p:spPr>
          <a:xfrm>
            <a:off x="8529413" y="3679309"/>
            <a:ext cx="2710806" cy="1142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8758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B5DC69CB-4582-DC3B-4B14-5488C2242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F4B2AFC1-AE05-4D08-56D4-4392F678D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Generate Document	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D1E55C56-A2C7-EAC7-F3B5-6451A30A4D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E794FE84-6191-08B7-FAD7-46A3C9D5BD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D61B6D05-E59F-EA42-FE80-F08E20426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8" y="1013072"/>
            <a:ext cx="3739177" cy="534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Select an output folder for your document by clicking the “Output Folder” button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If user did not input any path for output folder, default would be desktop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By clicking “Generate Document” button, the ADE will extract the charts from selected test items, then proceeds to creating DER document draft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While extracting charts and images from the folders, ADE will notify user whether a file does not have a chart – this would prompt the ADE to extract tables instead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A notification would inform user that the extraction was successful and the document was created</a:t>
            </a:r>
          </a:p>
        </p:txBody>
      </p:sp>
      <p:sp>
        <p:nvSpPr>
          <p:cNvPr id="15" name="Google Shape;195;p27">
            <a:extLst>
              <a:ext uri="{FF2B5EF4-FFF2-40B4-BE49-F238E27FC236}">
                <a16:creationId xmlns:a16="http://schemas.microsoft.com/office/drawing/2014/main" id="{FC071A15-A646-18B5-2C5B-299178917E2B}"/>
              </a:ext>
            </a:extLst>
          </p:cNvPr>
          <p:cNvSpPr txBox="1">
            <a:spLocks/>
          </p:cNvSpPr>
          <p:nvPr/>
        </p:nvSpPr>
        <p:spPr>
          <a:xfrm>
            <a:off x="5478072" y="5976180"/>
            <a:ext cx="5166924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10:Waveforms preview and export document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38D8C3-47A5-F711-ED16-ED9CFE2B2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31"/>
          <a:stretch>
            <a:fillRect/>
          </a:stretch>
        </p:blipFill>
        <p:spPr>
          <a:xfrm>
            <a:off x="5989310" y="836762"/>
            <a:ext cx="3600080" cy="51844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4D3535-EFD1-D336-67E6-E9F285781622}"/>
              </a:ext>
            </a:extLst>
          </p:cNvPr>
          <p:cNvSpPr/>
          <p:nvPr/>
        </p:nvSpPr>
        <p:spPr>
          <a:xfrm>
            <a:off x="6082089" y="4863025"/>
            <a:ext cx="3426798" cy="981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8066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AA32DC00-EB6F-65CC-0EA2-6AEE6AD44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11689DA3-DA74-6ADA-5D2E-F9A212849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76200"/>
            <a:ext cx="1158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Output DER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2E4EF8EA-032E-8C94-DCBC-1BCD075A1E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56F9F631-79C8-7E59-DF91-F66433F9125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  <p:sp>
        <p:nvSpPr>
          <p:cNvPr id="195" name="Google Shape;195;p27">
            <a:extLst>
              <a:ext uri="{FF2B5EF4-FFF2-40B4-BE49-F238E27FC236}">
                <a16:creationId xmlns:a16="http://schemas.microsoft.com/office/drawing/2014/main" id="{5050245F-EE7B-BBB7-A75B-4F256041B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798" y="1013072"/>
            <a:ext cx="7622877" cy="534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The output DER would need to manually update the table field to reflect the new sections added by ADE 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The output DER would initially have blank figure numbers and table numbers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r>
              <a:rPr lang="en-PH" sz="1400" dirty="0"/>
              <a:t>To update all figure numbers and table numbers simultaneously, go to print preview and exit the preview right after</a:t>
            </a:r>
          </a:p>
          <a:p>
            <a:pPr marL="285750" indent="-285750" algn="just">
              <a:spcBef>
                <a:spcPts val="0"/>
              </a:spcBef>
              <a:buSzPct val="106000"/>
            </a:pPr>
            <a:endParaRPr lang="en-PH" sz="1400" dirty="0"/>
          </a:p>
          <a:p>
            <a:pPr marL="285750" indent="-285750" algn="just">
              <a:spcBef>
                <a:spcPts val="0"/>
              </a:spcBef>
              <a:buSzPct val="106000"/>
            </a:pPr>
            <a:endParaRPr lang="en-PH" sz="1400" dirty="0"/>
          </a:p>
        </p:txBody>
      </p:sp>
      <p:sp>
        <p:nvSpPr>
          <p:cNvPr id="15" name="Google Shape;195;p27">
            <a:extLst>
              <a:ext uri="{FF2B5EF4-FFF2-40B4-BE49-F238E27FC236}">
                <a16:creationId xmlns:a16="http://schemas.microsoft.com/office/drawing/2014/main" id="{4AF24136-E59B-BAA4-BD1C-25BF28870ADB}"/>
              </a:ext>
            </a:extLst>
          </p:cNvPr>
          <p:cNvSpPr txBox="1">
            <a:spLocks/>
          </p:cNvSpPr>
          <p:nvPr/>
        </p:nvSpPr>
        <p:spPr>
          <a:xfrm>
            <a:off x="2195869" y="5844928"/>
            <a:ext cx="3510654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11: Word document print preview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79C01-6E46-D424-3044-433EF63F7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675" y="1013072"/>
            <a:ext cx="3738114" cy="4921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AF2629-6EEA-033F-960C-74CE9BF42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22" y="2256681"/>
            <a:ext cx="6400803" cy="3598992"/>
          </a:xfrm>
          <a:prstGeom prst="rect">
            <a:avLst/>
          </a:prstGeom>
        </p:spPr>
      </p:pic>
      <p:sp>
        <p:nvSpPr>
          <p:cNvPr id="10" name="Google Shape;195;p27">
            <a:extLst>
              <a:ext uri="{FF2B5EF4-FFF2-40B4-BE49-F238E27FC236}">
                <a16:creationId xmlns:a16="http://schemas.microsoft.com/office/drawing/2014/main" id="{44B0A645-85A7-61B9-1B06-B6AC403D8488}"/>
              </a:ext>
            </a:extLst>
          </p:cNvPr>
          <p:cNvSpPr txBox="1">
            <a:spLocks/>
          </p:cNvSpPr>
          <p:nvPr/>
        </p:nvSpPr>
        <p:spPr>
          <a:xfrm>
            <a:off x="8155135" y="5655478"/>
            <a:ext cx="3510654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97954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4976"/>
              </a:buClr>
              <a:buSzPts val="2667"/>
              <a:buFont typeface="Calibri"/>
              <a:buChar char="•"/>
              <a:defRPr sz="2667" b="1" i="0" u="none" strike="noStrike" cap="none">
                <a:solidFill>
                  <a:srgbClr val="0049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5A666A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404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66A"/>
              </a:buClr>
              <a:buSzPts val="2133"/>
              <a:buFont typeface="Calibri"/>
              <a:buChar char="•"/>
              <a:defRPr sz="2133" b="0" i="0" u="none" strike="noStrike" cap="none">
                <a:solidFill>
                  <a:srgbClr val="5A66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  <a:defRPr sz="1867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 algn="just">
              <a:buSzPct val="106000"/>
              <a:buNone/>
            </a:pPr>
            <a:r>
              <a:rPr lang="en-PH" sz="1133" dirty="0"/>
              <a:t>Figure 12: Updating table of contents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0493-F64C-ED74-5F57-5A9CFB43DE44}"/>
              </a:ext>
            </a:extLst>
          </p:cNvPr>
          <p:cNvSpPr/>
          <p:nvPr/>
        </p:nvSpPr>
        <p:spPr>
          <a:xfrm>
            <a:off x="8129257" y="1491277"/>
            <a:ext cx="935588" cy="355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6082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FFFE60B2-7873-6ED5-50F8-EE3763E62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>
            <a:extLst>
              <a:ext uri="{FF2B5EF4-FFF2-40B4-BE49-F238E27FC236}">
                <a16:creationId xmlns:a16="http://schemas.microsoft.com/office/drawing/2014/main" id="{37343569-3273-A32E-C91E-913D8AB4D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93588" y="2422585"/>
            <a:ext cx="120482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None/>
            </a:pPr>
            <a:r>
              <a:rPr lang="en-PH" dirty="0"/>
              <a:t>END</a:t>
            </a:r>
            <a:endParaRPr dirty="0"/>
          </a:p>
        </p:txBody>
      </p:sp>
      <p:sp>
        <p:nvSpPr>
          <p:cNvPr id="193" name="Google Shape;193;p27">
            <a:extLst>
              <a:ext uri="{FF2B5EF4-FFF2-40B4-BE49-F238E27FC236}">
                <a16:creationId xmlns:a16="http://schemas.microsoft.com/office/drawing/2014/main" id="{63F8EC3F-07D5-E2D6-03FB-A94138AF9D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791203" y="6479178"/>
            <a:ext cx="6096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94" name="Google Shape;194;p27">
            <a:extLst>
              <a:ext uri="{FF2B5EF4-FFF2-40B4-BE49-F238E27FC236}">
                <a16:creationId xmlns:a16="http://schemas.microsoft.com/office/drawing/2014/main" id="{C09B11F2-05D2-E9F7-AAA9-EE45204A48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799" y="6474907"/>
            <a:ext cx="3286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2117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©2025 Power Integrations, Inc.  |  power.com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9795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PI Corporate Presentation Template">
  <a:themeElements>
    <a:clrScheme name=" 1">
      <a:dk1>
        <a:srgbClr val="004976"/>
      </a:dk1>
      <a:lt1>
        <a:srgbClr val="5A666A"/>
      </a:lt1>
      <a:dk2>
        <a:srgbClr val="000000"/>
      </a:dk2>
      <a:lt2>
        <a:srgbClr val="FFFFFF"/>
      </a:lt2>
      <a:accent1>
        <a:srgbClr val="0085CA"/>
      </a:accent1>
      <a:accent2>
        <a:srgbClr val="A1D35E"/>
      </a:accent2>
      <a:accent3>
        <a:srgbClr val="FF5B35"/>
      </a:accent3>
      <a:accent4>
        <a:srgbClr val="F7BE00"/>
      </a:accent4>
      <a:accent5>
        <a:srgbClr val="00AC69"/>
      </a:accent5>
      <a:accent6>
        <a:srgbClr val="773DBD"/>
      </a:accent6>
      <a:hlink>
        <a:srgbClr val="0085CA"/>
      </a:hlink>
      <a:folHlink>
        <a:srgbClr val="45C7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862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1_PI Corporate Presentation Template</vt:lpstr>
      <vt:lpstr>ADE App User Guide</vt:lpstr>
      <vt:lpstr>How to Use</vt:lpstr>
      <vt:lpstr>Start-up</vt:lpstr>
      <vt:lpstr>Folder and Excel Formats</vt:lpstr>
      <vt:lpstr>Update List</vt:lpstr>
      <vt:lpstr>Add and Delete Tests</vt:lpstr>
      <vt:lpstr>Select Files</vt:lpstr>
      <vt:lpstr>Cropping Waveforms </vt:lpstr>
      <vt:lpstr>Generate Document </vt:lpstr>
      <vt:lpstr>Output DER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Czarina Bonrostro</dc:creator>
  <cp:lastModifiedBy>Czarina Bonrostro</cp:lastModifiedBy>
  <cp:revision>3</cp:revision>
  <dcterms:modified xsi:type="dcterms:W3CDTF">2025-10-07T08:10:34Z</dcterms:modified>
</cp:coreProperties>
</file>